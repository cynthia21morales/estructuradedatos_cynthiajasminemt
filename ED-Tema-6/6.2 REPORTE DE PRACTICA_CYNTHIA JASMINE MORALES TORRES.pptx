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2" r:id="rId5"/>
    <p:sldId id="263" r:id="rId6"/>
    <p:sldId id="264" r:id="rId7"/>
    <p:sldId id="261" r:id="rId8"/>
    <p:sldId id="265" r:id="rId9"/>
    <p:sldId id="266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45114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6286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38413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4547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09707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03797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88991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76583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10470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84625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9457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587657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4056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39385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24277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43346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577215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BC33BF-D1C9-092D-5E38-B5A7D7D97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4B1038-EC27-013F-E8E9-CC8678E7D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ED2367-D6BD-3E93-0CCC-DCAD70791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8AE499-442D-4CCE-3C80-88F5B769C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FB71DF2-84D1-B429-809A-2C3DD28C9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00731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C7D1927-A7A9-4FCF-9552-36A69B0CF598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E7FB9E31-AC95-4026-8F46-673C0996531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91800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BD06D053-DD83-0158-FCA1-BDC42820C472}"/>
              </a:ext>
            </a:extLst>
          </p:cNvPr>
          <p:cNvSpPr txBox="1"/>
          <p:nvPr/>
        </p:nvSpPr>
        <p:spPr>
          <a:xfrm>
            <a:off x="3073400" y="863472"/>
            <a:ext cx="6045200" cy="5504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Tecnológico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Frontera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Comalapa</a:t>
            </a: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Mixta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Estructura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Datos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Quinto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Ingeniería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Sistemas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Computacionales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Numero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control: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231260014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alumno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Cynthia Jasmine Morales Torres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docente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trabajo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6.2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reporte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practica</a:t>
            </a: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Fecha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entrega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Frontera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Comalapa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, Chiapas. A 13 de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diciembre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2025</a:t>
            </a: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2DD190A5-2F31-60FC-EDE7-1F7FC60E9937}"/>
              </a:ext>
            </a:extLst>
          </p:cNvPr>
          <p:cNvSpPr/>
          <p:nvPr/>
        </p:nvSpPr>
        <p:spPr>
          <a:xfrm>
            <a:off x="1835071" y="130506"/>
            <a:ext cx="1985447" cy="917245"/>
          </a:xfrm>
          <a:custGeom>
            <a:avLst/>
            <a:gdLst/>
            <a:ahLst/>
            <a:cxnLst/>
            <a:rect l="l" t="t" r="r" b="b"/>
            <a:pathLst>
              <a:path w="3135296" h="1339792">
                <a:moveTo>
                  <a:pt x="0" y="0"/>
                </a:moveTo>
                <a:lnTo>
                  <a:pt x="3135296" y="0"/>
                </a:lnTo>
                <a:lnTo>
                  <a:pt x="3135296" y="1339792"/>
                </a:lnTo>
                <a:lnTo>
                  <a:pt x="0" y="13397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BA95A717-A621-B106-7C7C-A15AB1CACB4F}"/>
              </a:ext>
            </a:extLst>
          </p:cNvPr>
          <p:cNvSpPr/>
          <p:nvPr/>
        </p:nvSpPr>
        <p:spPr>
          <a:xfrm>
            <a:off x="8907659" y="203069"/>
            <a:ext cx="1385614" cy="844682"/>
          </a:xfrm>
          <a:custGeom>
            <a:avLst/>
            <a:gdLst/>
            <a:ahLst/>
            <a:cxnLst/>
            <a:rect l="l" t="t" r="r" b="b"/>
            <a:pathLst>
              <a:path w="2019078" h="1652713">
                <a:moveTo>
                  <a:pt x="0" y="0"/>
                </a:moveTo>
                <a:lnTo>
                  <a:pt x="2019078" y="0"/>
                </a:lnTo>
                <a:lnTo>
                  <a:pt x="2019078" y="1652713"/>
                </a:lnTo>
                <a:lnTo>
                  <a:pt x="0" y="16527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1A21CD61-9A50-B95E-941E-CAFA84EEB568}"/>
              </a:ext>
            </a:extLst>
          </p:cNvPr>
          <p:cNvSpPr/>
          <p:nvPr/>
        </p:nvSpPr>
        <p:spPr>
          <a:xfrm>
            <a:off x="4694917" y="181027"/>
            <a:ext cx="2802166" cy="584341"/>
          </a:xfrm>
          <a:custGeom>
            <a:avLst/>
            <a:gdLst/>
            <a:ahLst/>
            <a:cxnLst/>
            <a:rect l="l" t="t" r="r" b="b"/>
            <a:pathLst>
              <a:path w="4428347" h="916210">
                <a:moveTo>
                  <a:pt x="0" y="0"/>
                </a:moveTo>
                <a:lnTo>
                  <a:pt x="4428347" y="0"/>
                </a:lnTo>
                <a:lnTo>
                  <a:pt x="4428347" y="916210"/>
                </a:lnTo>
                <a:lnTo>
                  <a:pt x="0" y="9162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479000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8819F1-DD62-571C-54FB-D3271343D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4D742EB-AB8B-2703-6959-A14C4CAE9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dirty="0"/>
              <a:t>La búsqueda de datos es una operación esencial en la informática, utilizada para localizar información específica dentro de un conjunto de datos. Este proyecto implementa tres métodos fundamentales de búsqueda: </a:t>
            </a:r>
            <a:r>
              <a:rPr lang="es-MX" b="1" dirty="0"/>
              <a:t>Búsqueda Secuencial</a:t>
            </a:r>
            <a:r>
              <a:rPr lang="es-MX" dirty="0"/>
              <a:t>, </a:t>
            </a:r>
            <a:r>
              <a:rPr lang="es-MX" b="1" dirty="0"/>
              <a:t>Búsqueda Binaria</a:t>
            </a:r>
            <a:r>
              <a:rPr lang="es-MX" dirty="0"/>
              <a:t> y </a:t>
            </a:r>
            <a:r>
              <a:rPr lang="es-MX" b="1" dirty="0"/>
              <a:t>Búsqueda por Hash</a:t>
            </a:r>
            <a:r>
              <a:rPr lang="es-MX" dirty="0"/>
              <a:t>, integrados en una aplicación de </a:t>
            </a:r>
            <a:r>
              <a:rPr lang="es-MX" b="1" dirty="0" err="1"/>
              <a:t>JavaFX</a:t>
            </a:r>
            <a:r>
              <a:rPr lang="es-MX" dirty="0"/>
              <a:t>. La interfaz gráfica permite al usuario interactuar con los datos, ingresar valores y visualizar de manera inmediata los resultados, facilitando la comprensión de cada algoritmo y su funcionamiento.</a:t>
            </a:r>
          </a:p>
        </p:txBody>
      </p:sp>
    </p:spTree>
    <p:extLst>
      <p:ext uri="{BB962C8B-B14F-4D97-AF65-F5344CB8AC3E}">
        <p14:creationId xmlns:p14="http://schemas.microsoft.com/office/powerpoint/2010/main" val="65353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569196-2BD5-E5F1-77DC-CC850366E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Justificación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6B80F3-8AC5-9718-7EFC-9D9C53897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/>
              <a:t>Implementar los tres métodos de búsqueda en una sola aplicación permite comparar su eficiencia y comportamiento en diferentes escenarios: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La </a:t>
            </a:r>
            <a:r>
              <a:rPr lang="es-MX" b="1" dirty="0"/>
              <a:t>Búsqueda Secuencial</a:t>
            </a:r>
            <a:r>
              <a:rPr lang="es-MX" dirty="0"/>
              <a:t> es simple y efectiva en arreglos pequeños o no ordenados.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La </a:t>
            </a:r>
            <a:r>
              <a:rPr lang="es-MX" b="1" dirty="0"/>
              <a:t>Búsqueda Binaria</a:t>
            </a:r>
            <a:r>
              <a:rPr lang="es-MX" dirty="0"/>
              <a:t> es más eficiente en arreglos grandes y ordenados, reduciendo el número de comparaciones necesarias.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La </a:t>
            </a:r>
            <a:r>
              <a:rPr lang="es-MX" b="1" dirty="0"/>
              <a:t>Búsqueda por Hash</a:t>
            </a:r>
            <a:r>
              <a:rPr lang="es-MX" dirty="0"/>
              <a:t> permite un acceso casi instantáneo a los datos y manejo de colisiones, siendo útil en conjuntos grandes.</a:t>
            </a:r>
          </a:p>
          <a:p>
            <a:pPr marL="0" indent="0">
              <a:buNone/>
            </a:pPr>
            <a:r>
              <a:rPr lang="es-MX" dirty="0"/>
              <a:t>La interfaz en </a:t>
            </a:r>
            <a:r>
              <a:rPr lang="es-MX" dirty="0" err="1"/>
              <a:t>JavaFX</a:t>
            </a:r>
            <a:r>
              <a:rPr lang="es-MX" dirty="0"/>
              <a:t> agrega valor educativo, mostrando visualmente los resultados y reforzando la comprensión de los algoritmos.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4669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8DD72E-F876-E2CC-1C3D-55BBBAD1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Part</a:t>
            </a:r>
            <a:r>
              <a:rPr lang="es-MX" dirty="0"/>
              <a:t> 1 búsqueda secuencial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F43CCC0-6566-3380-A169-B65AF945C8C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037798" y="2636352"/>
            <a:ext cx="487596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s-MX" altLang="es-MX" sz="1800" dirty="0"/>
              <a:t>Recorre un arreglo elemento por elemento hasta encontrar la clave buscada o determinar que no está presente.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s-MX" altLang="es-MX" sz="1800" dirty="0"/>
              <a:t>Funciona con cualquier arreglo, aunque su eficiencia disminuye en conjuntos grandes.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E4A604C-2BD0-091E-0B4A-1E72FD1AC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913" y="1690688"/>
            <a:ext cx="5630061" cy="476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508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66C78-F16A-7200-5F57-0A9E6B93A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145906"/>
            <a:ext cx="10364451" cy="1596177"/>
          </a:xfrm>
        </p:spPr>
        <p:txBody>
          <a:bodyPr/>
          <a:lstStyle/>
          <a:p>
            <a:r>
              <a:rPr lang="es-MX" dirty="0" err="1"/>
              <a:t>Part</a:t>
            </a:r>
            <a:r>
              <a:rPr lang="es-MX" dirty="0"/>
              <a:t> 2 búsqueda binaria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494141C-326F-B743-F4E0-72D77EFABD7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657655" y="1796713"/>
            <a:ext cx="5124478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s-MX" altLang="es-MX" cap="none" dirty="0"/>
              <a:t>Requiere que el arreglo esté previamente ordenado.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s-MX" altLang="es-MX" cap="none" dirty="0"/>
              <a:t>Divide repetidamente el arreglo en mitades, comparando la clave con el elemento central hasta localizar el número o confirmar que no existe.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s-MX" altLang="es-MX" cap="none" dirty="0"/>
              <a:t>Es mucho más eficiente que la búsqueda secuencial en arreglos grandes debido a su complejidad logarítmica.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8347A6F-73A2-15D7-4DAF-9DFD77218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24868"/>
            <a:ext cx="5591955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88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AE7CC2-55AA-A09A-DB89-11694573B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059" y="443856"/>
            <a:ext cx="3658422" cy="1374669"/>
          </a:xfrm>
        </p:spPr>
        <p:txBody>
          <a:bodyPr/>
          <a:lstStyle/>
          <a:p>
            <a:r>
              <a:rPr lang="es-MX" dirty="0" err="1"/>
              <a:t>Part</a:t>
            </a:r>
            <a:r>
              <a:rPr lang="es-MX" dirty="0"/>
              <a:t> 3 </a:t>
            </a:r>
            <a:r>
              <a:rPr lang="es-MX" dirty="0" err="1"/>
              <a:t>HashTable</a:t>
            </a:r>
            <a:endParaRPr lang="es-MX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517696F-BC97-0A85-F64D-0D8941095C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2514"/>
            <a:ext cx="4473539" cy="5859512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C35045A-D491-87A5-6B03-1570F74E38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029" y="2214694"/>
            <a:ext cx="6133671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MX" altLang="es-MX" sz="2400" dirty="0"/>
              <a:t>Utiliza una tabla hash con manejo de colisiones mediante encadenamiento.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MX" altLang="es-MX" sz="2400" dirty="0"/>
              <a:t>Permite insertar, buscar y eliminar elementos de manera casi inmediata, mostrando la distribución de los datos en la tabla.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MX" altLang="es-MX" sz="2400" dirty="0"/>
              <a:t>Ideal para conjuntos grandes de datos, donde la eficiencia de acceso es clave.</a:t>
            </a:r>
          </a:p>
        </p:txBody>
      </p:sp>
    </p:spTree>
    <p:extLst>
      <p:ext uri="{BB962C8B-B14F-4D97-AF65-F5344CB8AC3E}">
        <p14:creationId xmlns:p14="http://schemas.microsoft.com/office/powerpoint/2010/main" val="1479286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B447C8-D3C4-DE7C-C45C-119EE18D6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Part</a:t>
            </a:r>
            <a:r>
              <a:rPr lang="es-MX" dirty="0"/>
              <a:t> 4 </a:t>
            </a:r>
            <a:r>
              <a:rPr lang="es-MX" dirty="0" err="1"/>
              <a:t>búsquedacontroller</a:t>
            </a:r>
            <a:endParaRPr lang="es-MX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1B920B5-F453-F522-427C-3BB9918151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9321" y="1690687"/>
            <a:ext cx="5746679" cy="4778875"/>
          </a:xfr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FD09143-55FF-F213-53C2-294F749F6C84}"/>
              </a:ext>
            </a:extLst>
          </p:cNvPr>
          <p:cNvSpPr txBox="1"/>
          <p:nvPr/>
        </p:nvSpPr>
        <p:spPr>
          <a:xfrm>
            <a:off x="6121242" y="1788375"/>
            <a:ext cx="60977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El </a:t>
            </a:r>
            <a:r>
              <a:rPr lang="es-MX" b="1" dirty="0"/>
              <a:t>controlador</a:t>
            </a:r>
            <a:r>
              <a:rPr lang="es-MX" dirty="0"/>
              <a:t> es la parte del programa que </a:t>
            </a:r>
            <a:r>
              <a:rPr lang="es-MX" b="1" dirty="0"/>
              <a:t>gestiona la interacción entre la interfaz gráfica (FXML) y la lógica del programa (clases de búsqueda)</a:t>
            </a:r>
            <a:r>
              <a:rPr lang="es-MX" dirty="0"/>
              <a:t>.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661F107C-DD32-4E6E-1165-CC709DD0F9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680712"/>
            <a:ext cx="565763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 Escucha los eventos de los botones.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 Obtiene los valores ingresados por el usuario en el </a:t>
            </a:r>
            <a:r>
              <a:rPr lang="es-MX" altLang="es-MX" dirty="0" err="1"/>
              <a:t>TextField</a:t>
            </a:r>
            <a:r>
              <a:rPr lang="es-MX" altLang="es-MX" dirty="0"/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 Llama al método correspondiente de búsqueda según el botón presionado.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Muestra los resultados en el </a:t>
            </a:r>
            <a:r>
              <a:rPr lang="es-MX" altLang="es-MX" dirty="0" err="1"/>
              <a:t>TextArea</a:t>
            </a:r>
            <a:r>
              <a:rPr lang="es-MX" altLang="es-MX" dirty="0"/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37715389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805617D-1BA9-DBF9-C9A6-1580BC9A90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354" y="1263721"/>
            <a:ext cx="5510944" cy="4913242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B3552CF6-96CF-56D9-BD79-7C75C51560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0381" y="1462138"/>
            <a:ext cx="5860265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Variables principales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txtNumero</a:t>
            </a:r>
            <a:r>
              <a:rPr lang="es-MX" altLang="es-MX" dirty="0"/>
              <a:t>: </a:t>
            </a:r>
            <a:r>
              <a:rPr lang="es-MX" altLang="es-MX" dirty="0" err="1"/>
              <a:t>TextField</a:t>
            </a:r>
            <a:r>
              <a:rPr lang="es-MX" altLang="es-MX" dirty="0"/>
              <a:t> donde el usuario ingresa el número a buscar o insertar.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txtResultado</a:t>
            </a:r>
            <a:r>
              <a:rPr lang="es-MX" altLang="es-MX" dirty="0"/>
              <a:t>: </a:t>
            </a:r>
            <a:r>
              <a:rPr lang="es-MX" altLang="es-MX" dirty="0" err="1"/>
              <a:t>TextArea</a:t>
            </a:r>
            <a:r>
              <a:rPr lang="es-MX" altLang="es-MX" dirty="0"/>
              <a:t> donde se muestran los resultados.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Botones: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btnSecuencial</a:t>
            </a:r>
            <a:r>
              <a:rPr lang="es-MX" altLang="es-MX" dirty="0"/>
              <a:t> → realiza búsqueda secuencial.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btnBinaria</a:t>
            </a:r>
            <a:r>
              <a:rPr lang="es-MX" altLang="es-MX" dirty="0"/>
              <a:t> → realiza búsqueda binaria.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btnHashInsert</a:t>
            </a:r>
            <a:r>
              <a:rPr lang="es-MX" altLang="es-MX" dirty="0"/>
              <a:t> → inserta un número en la tabla hash.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btnHashBuscar</a:t>
            </a:r>
            <a:r>
              <a:rPr lang="es-MX" altLang="es-MX" dirty="0"/>
              <a:t> → busca un número en la tabla hash.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btnHashEliminar</a:t>
            </a:r>
            <a:r>
              <a:rPr lang="es-MX" altLang="es-MX" dirty="0"/>
              <a:t> → elimina un número de la tabla hash.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Arreglos y tabla hash: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arrSecuencial</a:t>
            </a:r>
            <a:r>
              <a:rPr lang="es-MX" altLang="es-MX" dirty="0"/>
              <a:t> → arreglo de ejemplo para búsqueda secuencial.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arrBinaria</a:t>
            </a:r>
            <a:r>
              <a:rPr lang="es-MX" altLang="es-MX" dirty="0"/>
              <a:t> → arreglo ordenado para búsqueda binaria.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hashTable</a:t>
            </a:r>
            <a:r>
              <a:rPr lang="es-MX" altLang="es-MX" dirty="0"/>
              <a:t> → objeto de la clase </a:t>
            </a:r>
            <a:r>
              <a:rPr lang="es-MX" altLang="es-MX" dirty="0" err="1"/>
              <a:t>HashTable</a:t>
            </a:r>
            <a:r>
              <a:rPr lang="es-MX" altLang="es-MX" dirty="0"/>
              <a:t> para búsqueda por hash.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3701366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30089EE-B43D-395F-F2EE-9894CD0D95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4215" y="830682"/>
            <a:ext cx="8668960" cy="3429479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791BA3D2-748A-9D48-3227-BBAFDCB81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4215" y="4826989"/>
            <a:ext cx="8650689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Manejo de errores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Para cada botón, se usa un bloque try-catch que captura excepciones </a:t>
            </a:r>
            <a:r>
              <a:rPr lang="es-MX" altLang="es-MX" dirty="0" err="1"/>
              <a:t>NumberFormatException</a:t>
            </a:r>
            <a:r>
              <a:rPr lang="es-MX" altLang="es-MX" dirty="0"/>
              <a:t>, evitando que el programa falle si el usuario ingresa un valor no numérico y mostrando un mensaje de error en </a:t>
            </a:r>
            <a:r>
              <a:rPr lang="es-MX" altLang="es-MX" dirty="0" err="1"/>
              <a:t>txtResultado</a:t>
            </a:r>
            <a:r>
              <a:rPr lang="es-MX" alt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84961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EE12B3-704B-106F-9855-D0F7278A3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METODOS DE BUSQUEDA RESULTADO FINAL: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110CC9A-F3D7-9EEA-AD45-15711053E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88136" y="1784528"/>
            <a:ext cx="4002156" cy="4351338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5E84520-148A-82E8-9C9D-73253F7A1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561" y="1784528"/>
            <a:ext cx="6976406" cy="341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22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1D680-CAD2-BA3A-D5B3-6857641D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3C82FC7-67B9-41B5-0B05-17510A1BC4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dirty="0"/>
              <a:t>El desarrollo de esta aplicación permite comparar, analizar y entender tres métodos fundamentales de búsqueda, destacando sus ventajas y limitaciones según el tamaño y la estructura de los datos. La integración de una interfaz gráfica facilita la interacción y la visualización de los resultados, convirtiendo al proyecto en una herramienta educativa que combina teoría de algoritmos y práctica de programación en </a:t>
            </a:r>
            <a:r>
              <a:rPr lang="es-MX" dirty="0" err="1"/>
              <a:t>JavaFX</a:t>
            </a:r>
            <a:r>
              <a:rPr lang="es-MX" dirty="0"/>
              <a:t>, fortaleciendo así el aprendizaje y la aplicabilidad de estos métodos en problemas reales.</a:t>
            </a:r>
          </a:p>
        </p:txBody>
      </p:sp>
    </p:spTree>
    <p:extLst>
      <p:ext uri="{BB962C8B-B14F-4D97-AF65-F5344CB8AC3E}">
        <p14:creationId xmlns:p14="http://schemas.microsoft.com/office/powerpoint/2010/main" val="2927165490"/>
      </p:ext>
    </p:extLst>
  </p:cSld>
  <p:clrMapOvr>
    <a:masterClrMapping/>
  </p:clrMapOvr>
</p:sld>
</file>

<file path=ppt/theme/theme1.xml><?xml version="1.0" encoding="utf-8"?>
<a:theme xmlns:a="http://schemas.openxmlformats.org/drawingml/2006/main" name="Gota">
  <a:themeElements>
    <a:clrScheme name="Gota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Gota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ota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Gota</Template>
  <TotalTime>15</TotalTime>
  <Words>687</Words>
  <Application>Microsoft Office PowerPoint</Application>
  <PresentationFormat>Panorámica</PresentationFormat>
  <Paragraphs>64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Tw Cen MT</vt:lpstr>
      <vt:lpstr>Gota</vt:lpstr>
      <vt:lpstr>Presentación de PowerPoint</vt:lpstr>
      <vt:lpstr>Introducción </vt:lpstr>
      <vt:lpstr>Justificación </vt:lpstr>
      <vt:lpstr>Part 1 búsqueda secuencial</vt:lpstr>
      <vt:lpstr>Part 2 búsqueda binaria</vt:lpstr>
      <vt:lpstr>Part 3 HashTable</vt:lpstr>
      <vt:lpstr>Part 4 búsquedacontroller</vt:lpstr>
      <vt:lpstr>Presentación de PowerPoint</vt:lpstr>
      <vt:lpstr>Presentación de PowerPoint</vt:lpstr>
      <vt:lpstr>METODOS DE BUSQUEDA RESULTADO FINAL:</vt:lpstr>
      <vt:lpstr>Conclusión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1</cp:revision>
  <dcterms:created xsi:type="dcterms:W3CDTF">2025-12-14T00:36:15Z</dcterms:created>
  <dcterms:modified xsi:type="dcterms:W3CDTF">2025-12-15T02:42:30Z</dcterms:modified>
</cp:coreProperties>
</file>