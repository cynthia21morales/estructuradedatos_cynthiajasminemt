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59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72220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68490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4065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13253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29169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4382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300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44965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2636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42470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879585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34671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40292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69675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9158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8028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14153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E3D044-1237-4B20-A92B-AA12A697B7CD}" type="datetimeFigureOut">
              <a:rPr lang="es-MX" smtClean="0"/>
              <a:t>13/12/2025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E2F07A-8BCC-4551-B7E6-D333660E898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876771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ynthia21Morales/EstructuraDeDatos_CynthiaJasmineMT/tree/main/ED-Tema-6/Codigos-Metodos-de-Busqueda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">
            <a:extLst>
              <a:ext uri="{FF2B5EF4-FFF2-40B4-BE49-F238E27FC236}">
                <a16:creationId xmlns:a16="http://schemas.microsoft.com/office/drawing/2014/main" id="{25EA4D3E-D4CC-CE25-E92C-DAD4CEF22941}"/>
              </a:ext>
            </a:extLst>
          </p:cNvPr>
          <p:cNvSpPr txBox="1"/>
          <p:nvPr/>
        </p:nvSpPr>
        <p:spPr>
          <a:xfrm>
            <a:off x="3073400" y="863472"/>
            <a:ext cx="6045200" cy="55043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Tecnológico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Frontera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Comalapa</a:t>
            </a:r>
            <a:endParaRPr lang="en-US" sz="1200" b="1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Mixta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endParaRPr lang="en-US" sz="1200" b="1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Estructura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Datos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Quinto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Ingeniería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Sistemas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Computacionales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.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Numero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control: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231260014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alumno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Cynthia Jasmine Morales Torres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docente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 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trabajo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6.3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Ejercicios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METODOS DE BUSQUEDA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Fecha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entrega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: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endParaRPr lang="en-US" sz="1200" b="1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Frontera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Comalapa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, Chiapas. A 13 de </a:t>
            </a:r>
            <a:r>
              <a:rPr lang="en-US" sz="1200" b="1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diciembre</a:t>
            </a: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 2025</a:t>
            </a:r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A8A8736C-1F37-05AA-1EB5-928DED89C286}"/>
              </a:ext>
            </a:extLst>
          </p:cNvPr>
          <p:cNvSpPr/>
          <p:nvPr/>
        </p:nvSpPr>
        <p:spPr>
          <a:xfrm>
            <a:off x="1835071" y="130506"/>
            <a:ext cx="1985447" cy="917245"/>
          </a:xfrm>
          <a:custGeom>
            <a:avLst/>
            <a:gdLst/>
            <a:ahLst/>
            <a:cxnLst/>
            <a:rect l="l" t="t" r="r" b="b"/>
            <a:pathLst>
              <a:path w="3135296" h="1339792">
                <a:moveTo>
                  <a:pt x="0" y="0"/>
                </a:moveTo>
                <a:lnTo>
                  <a:pt x="3135296" y="0"/>
                </a:lnTo>
                <a:lnTo>
                  <a:pt x="3135296" y="1339792"/>
                </a:lnTo>
                <a:lnTo>
                  <a:pt x="0" y="13397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4">
            <a:extLst>
              <a:ext uri="{FF2B5EF4-FFF2-40B4-BE49-F238E27FC236}">
                <a16:creationId xmlns:a16="http://schemas.microsoft.com/office/drawing/2014/main" id="{6615D1B9-620C-DE31-371E-CE97AF9CF641}"/>
              </a:ext>
            </a:extLst>
          </p:cNvPr>
          <p:cNvSpPr/>
          <p:nvPr/>
        </p:nvSpPr>
        <p:spPr>
          <a:xfrm>
            <a:off x="8907659" y="203069"/>
            <a:ext cx="1385614" cy="844682"/>
          </a:xfrm>
          <a:custGeom>
            <a:avLst/>
            <a:gdLst/>
            <a:ahLst/>
            <a:cxnLst/>
            <a:rect l="l" t="t" r="r" b="b"/>
            <a:pathLst>
              <a:path w="2019078" h="1652713">
                <a:moveTo>
                  <a:pt x="0" y="0"/>
                </a:moveTo>
                <a:lnTo>
                  <a:pt x="2019078" y="0"/>
                </a:lnTo>
                <a:lnTo>
                  <a:pt x="2019078" y="1652713"/>
                </a:lnTo>
                <a:lnTo>
                  <a:pt x="0" y="16527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3A6B8D51-4F0D-E692-E641-0FE44BD2BDF7}"/>
              </a:ext>
            </a:extLst>
          </p:cNvPr>
          <p:cNvSpPr/>
          <p:nvPr/>
        </p:nvSpPr>
        <p:spPr>
          <a:xfrm>
            <a:off x="4694917" y="181027"/>
            <a:ext cx="2802166" cy="584341"/>
          </a:xfrm>
          <a:custGeom>
            <a:avLst/>
            <a:gdLst/>
            <a:ahLst/>
            <a:cxnLst/>
            <a:rect l="l" t="t" r="r" b="b"/>
            <a:pathLst>
              <a:path w="4428347" h="916210">
                <a:moveTo>
                  <a:pt x="0" y="0"/>
                </a:moveTo>
                <a:lnTo>
                  <a:pt x="4428347" y="0"/>
                </a:lnTo>
                <a:lnTo>
                  <a:pt x="4428347" y="916210"/>
                </a:lnTo>
                <a:lnTo>
                  <a:pt x="0" y="9162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859226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5B2C19-9D62-A1C4-A53D-BEFCD2E3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Introducción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D705DDC-B3BD-E018-20B2-6D8018D1A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es-MX" dirty="0"/>
              <a:t>La búsqueda de datos es una operación fundamental en informática y programación, utilizada para localizar información específica dentro de un conjunto de datos. Existen múltiples métodos de búsqueda, cada uno con sus características y aplicaciones según el tamaño y la organización de los datos. Este proyecto integra tres métodos de búsqueda: la </a:t>
            </a:r>
            <a:r>
              <a:rPr lang="es-MX" b="1" dirty="0"/>
              <a:t>Búsqueda Secuencial</a:t>
            </a:r>
            <a:r>
              <a:rPr lang="es-MX" dirty="0"/>
              <a:t>, que recorre los datos elemento por elemento; la </a:t>
            </a:r>
            <a:r>
              <a:rPr lang="es-MX" b="1" dirty="0"/>
              <a:t>Búsqueda Binaria</a:t>
            </a:r>
            <a:r>
              <a:rPr lang="es-MX" dirty="0"/>
              <a:t>, que requiere que los datos estén ordenados y reduce el espacio de búsqueda a la mitad en cada iteración; y la </a:t>
            </a:r>
            <a:r>
              <a:rPr lang="es-MX" b="1" dirty="0"/>
              <a:t>Búsqueda por Hash</a:t>
            </a:r>
            <a:r>
              <a:rPr lang="es-MX" dirty="0"/>
              <a:t>, que utiliza funciones hash para acceder directamente a la posición donde se espera encontrar un elemento. Todos estos métodos han sido implementados en </a:t>
            </a:r>
            <a:r>
              <a:rPr lang="es-MX" b="1" dirty="0" err="1"/>
              <a:t>JavaFX</a:t>
            </a:r>
            <a:r>
              <a:rPr lang="es-MX" dirty="0"/>
              <a:t>, proporcionando una interfaz gráfica que facilita la interacción y visualización de los resultados.</a:t>
            </a:r>
          </a:p>
        </p:txBody>
      </p:sp>
    </p:spTree>
    <p:extLst>
      <p:ext uri="{BB962C8B-B14F-4D97-AF65-F5344CB8AC3E}">
        <p14:creationId xmlns:p14="http://schemas.microsoft.com/office/powerpoint/2010/main" val="3297649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CB7E22-A941-30BE-B368-C96F532B7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Justificación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21FE07B-CDDD-C988-7436-3CE27CEE4B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797424"/>
            <a:ext cx="9905999" cy="354171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MX" sz="2000" dirty="0"/>
              <a:t>La implementación de diferentes métodos de búsqueda permite comprender sus ventajas y limitaciones en situaciones concretas: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dirty="0"/>
              <a:t>La </a:t>
            </a:r>
            <a:r>
              <a:rPr lang="es-MX" sz="2000" b="1" dirty="0"/>
              <a:t>Búsqueda Secuencial</a:t>
            </a:r>
            <a:r>
              <a:rPr lang="es-MX" sz="2000" dirty="0"/>
              <a:t> es simple y efectiva para conjuntos pequeños o no ordenados.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dirty="0"/>
              <a:t>La </a:t>
            </a:r>
            <a:r>
              <a:rPr lang="es-MX" sz="2000" b="1" dirty="0"/>
              <a:t>Búsqueda Binaria</a:t>
            </a:r>
            <a:r>
              <a:rPr lang="es-MX" sz="2000" dirty="0"/>
              <a:t> es mucho más eficiente en conjuntos grandes y ordenados, reduciendo significativamente el número de comparaciones necesarias.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dirty="0"/>
              <a:t>La </a:t>
            </a:r>
            <a:r>
              <a:rPr lang="es-MX" sz="2000" b="1" dirty="0"/>
              <a:t>Búsqueda por Hash</a:t>
            </a:r>
            <a:r>
              <a:rPr lang="es-MX" sz="2000" dirty="0"/>
              <a:t> permite acceder a los elementos de manera casi inmediata y manejar grandes volúmenes de datos, mostrando también cómo se resuelven las colisiones mediante encadenamiento.</a:t>
            </a:r>
          </a:p>
          <a:p>
            <a:pPr marL="0" indent="0">
              <a:buNone/>
            </a:pPr>
            <a:r>
              <a:rPr lang="es-MX" sz="2000" dirty="0"/>
              <a:t>Integrar estos métodos en una aplicación de </a:t>
            </a:r>
            <a:r>
              <a:rPr lang="es-MX" sz="2000" b="1" dirty="0" err="1"/>
              <a:t>JavaFX</a:t>
            </a:r>
            <a:r>
              <a:rPr lang="es-MX" sz="2000" dirty="0"/>
              <a:t> proporciona una experiencia práctica y visual, que facilita la comprensión de los algoritmos y su comportamiento frente a diferentes tipos de datos.</a:t>
            </a:r>
          </a:p>
          <a:p>
            <a:pPr marL="0" indent="0">
              <a:buNone/>
            </a:pPr>
            <a:endParaRPr lang="es-MX" sz="2000" dirty="0"/>
          </a:p>
        </p:txBody>
      </p:sp>
    </p:spTree>
    <p:extLst>
      <p:ext uri="{BB962C8B-B14F-4D97-AF65-F5344CB8AC3E}">
        <p14:creationId xmlns:p14="http://schemas.microsoft.com/office/powerpoint/2010/main" val="34480760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CCDE1C-8BB1-ECBC-57D2-9EB0782C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Búsqueda secuencial </a:t>
            </a:r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68B02892-785C-6693-3E3C-CFCE8E31C3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15351"/>
            <a:ext cx="5492537" cy="4351338"/>
          </a:xfr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27F03E73-DC5A-19C7-A439-F235711ECDBC}"/>
              </a:ext>
            </a:extLst>
          </p:cNvPr>
          <p:cNvSpPr txBox="1"/>
          <p:nvPr/>
        </p:nvSpPr>
        <p:spPr>
          <a:xfrm>
            <a:off x="6330737" y="1608779"/>
            <a:ext cx="60977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El código tiene como objetivo </a:t>
            </a:r>
            <a:r>
              <a:rPr lang="es-MX" b="1" dirty="0"/>
              <a:t>permitir al usuario buscar un número dentro de un conjunto de datos</a:t>
            </a:r>
            <a:r>
              <a:rPr lang="es-MX" dirty="0"/>
              <a:t> de manera visual y sencilla usando una interfaz gráfica. La búsqueda se realiza mediante el </a:t>
            </a:r>
            <a:r>
              <a:rPr lang="es-MX" b="1" dirty="0"/>
              <a:t>método de búsqueda secuencial</a:t>
            </a:r>
            <a:endParaRPr lang="es-MX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53086A2-EB3F-2F83-6F7E-AADAA65D1866}"/>
              </a:ext>
            </a:extLst>
          </p:cNvPr>
          <p:cNvSpPr txBox="1"/>
          <p:nvPr/>
        </p:nvSpPr>
        <p:spPr>
          <a:xfrm>
            <a:off x="6529228" y="3781562"/>
            <a:ext cx="54925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dirty="0"/>
              <a:t>este código sirve para enseñar y practicar la búsqueda secuencial, mostrando de forma visual si un número existe en un arreglo y en qué posición se encuentra</a:t>
            </a:r>
            <a:r>
              <a:rPr lang="es-MX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5476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3BD3BB-C941-E7CC-F4D3-CAF01C6AA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Resultado 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1233A97-3E19-EE20-9729-5B9A295974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4803" y="1724875"/>
            <a:ext cx="6418334" cy="3576348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3208643-1CAA-9D6F-F426-2066C32D7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5840" y="1727463"/>
            <a:ext cx="4895407" cy="3163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42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C9D4B3-4271-5220-84A4-3DB3168F1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Búsqueda binaria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BC79D1C-638A-6B3D-5009-6CCC00C884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7925" y="1746054"/>
            <a:ext cx="4149427" cy="4896958"/>
          </a:xfr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EF5A249-E041-06AC-7150-BAB38BC1B91F}"/>
              </a:ext>
            </a:extLst>
          </p:cNvPr>
          <p:cNvSpPr txBox="1"/>
          <p:nvPr/>
        </p:nvSpPr>
        <p:spPr>
          <a:xfrm>
            <a:off x="5424755" y="2436050"/>
            <a:ext cx="61028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El </a:t>
            </a:r>
            <a:r>
              <a:rPr lang="es-MX" b="1" dirty="0"/>
              <a:t>algoritmo de búsqueda binaria</a:t>
            </a:r>
            <a:r>
              <a:rPr lang="es-MX" dirty="0"/>
              <a:t> divide repetidamente el arreglo en mitades, comparando la clave con el elemento central hasta encontrarlo o determinar que no está presente. Esto hace que la búsqueda sea mucho más rápida que recorrer todos los elementos uno por uno.</a:t>
            </a:r>
          </a:p>
        </p:txBody>
      </p:sp>
    </p:spTree>
    <p:extLst>
      <p:ext uri="{BB962C8B-B14F-4D97-AF65-F5344CB8AC3E}">
        <p14:creationId xmlns:p14="http://schemas.microsoft.com/office/powerpoint/2010/main" val="2714803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10995-DFE5-3ED3-CD5A-C90DAE9AB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RESULTADO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90DA2DE2-09B5-1D70-95EE-0E3FEFB22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85158" y="2236758"/>
            <a:ext cx="3829584" cy="3115110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6F60198-D3AD-C79F-F430-B35F223B5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174" y="2236758"/>
            <a:ext cx="6487554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777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874670-17E7-A5EA-DAF8-4D3781F4C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6950" y="371939"/>
            <a:ext cx="5166920" cy="1478570"/>
          </a:xfrm>
        </p:spPr>
        <p:txBody>
          <a:bodyPr/>
          <a:lstStyle/>
          <a:p>
            <a:r>
              <a:rPr lang="es-MX" dirty="0"/>
              <a:t>METODO DE BUSQUEDA HASH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862E9031-A12D-9896-E3E9-616E59C6B5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6765" y="854823"/>
            <a:ext cx="3500588" cy="4960349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C575450-C30C-0E65-4EF5-D963F5825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7004" y="1850509"/>
            <a:ext cx="3775324" cy="4063402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B0DD3CF8-7EE9-0CB6-FFC4-6005AB104D7B}"/>
              </a:ext>
            </a:extLst>
          </p:cNvPr>
          <p:cNvSpPr txBox="1"/>
          <p:nvPr/>
        </p:nvSpPr>
        <p:spPr>
          <a:xfrm>
            <a:off x="8013842" y="1958505"/>
            <a:ext cx="362677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Este código implementa una </a:t>
            </a:r>
            <a:r>
              <a:rPr lang="es-MX" b="1" dirty="0"/>
              <a:t>tabla hash con manejo de colisiones</a:t>
            </a:r>
            <a:r>
              <a:rPr lang="es-MX" dirty="0"/>
              <a:t> para almacenar y buscar números de manera rápida y eficiente. Utiliza </a:t>
            </a:r>
            <a:r>
              <a:rPr lang="es-MX" b="1" dirty="0" err="1"/>
              <a:t>JavaFX</a:t>
            </a:r>
            <a:r>
              <a:rPr lang="es-MX" dirty="0"/>
              <a:t> para que el usuario pueda interactuar con la tabla mediante una </a:t>
            </a:r>
            <a:r>
              <a:rPr lang="es-MX" b="1" dirty="0"/>
              <a:t>interfaz gráfica</a:t>
            </a:r>
            <a:r>
              <a:rPr lang="es-MX" dirty="0"/>
              <a:t>, permitiendo insertar, buscar y eliminar elementos mientras visualiza la estructura completa de la tabla.</a:t>
            </a:r>
          </a:p>
        </p:txBody>
      </p:sp>
    </p:spTree>
    <p:extLst>
      <p:ext uri="{BB962C8B-B14F-4D97-AF65-F5344CB8AC3E}">
        <p14:creationId xmlns:p14="http://schemas.microsoft.com/office/powerpoint/2010/main" val="3078311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EE513E-4632-8495-F373-14EADF547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RESULTADO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76FEE898-C7D3-BB52-F0E4-4B5DAC6E52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57134" y="2097088"/>
            <a:ext cx="4941794" cy="3541712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C1D67D9-8A0A-9AE5-C73F-98D056935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896" y="2178121"/>
            <a:ext cx="5847867" cy="3020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26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A58264-A0EF-CCE2-F5BC-B6728A92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16DBD9-BB96-D3CD-75D8-A0475A5D5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s-MX" dirty="0"/>
              <a:t>El desarrollo de esta aplicación permite comparar y analizar tres métodos fundamentales de búsqueda, destacando sus características y eficiencia según la estructura y el tamaño de los datos. La implementación en </a:t>
            </a:r>
            <a:r>
              <a:rPr lang="es-MX" dirty="0" err="1"/>
              <a:t>JavaFX</a:t>
            </a:r>
            <a:r>
              <a:rPr lang="es-MX" dirty="0"/>
              <a:t> añade valor educativo, mostrando los resultados de manera interactiva y clara. Este proyecto no solo refuerza los conceptos teóricos sobre algoritmos de búsqueda, sino que también ofrece una base práctica para aplicaciones futuras que requieran manipulación eficiente de datos y visualización de procesos.</a:t>
            </a:r>
          </a:p>
        </p:txBody>
      </p:sp>
    </p:spTree>
    <p:extLst>
      <p:ext uri="{BB962C8B-B14F-4D97-AF65-F5344CB8AC3E}">
        <p14:creationId xmlns:p14="http://schemas.microsoft.com/office/powerpoint/2010/main" val="2369779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4EB17F-5F1B-E3BE-611B-7CB537DD9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Anexo link de los ejercicios </a:t>
            </a:r>
            <a:r>
              <a:rPr lang="es-MX" dirty="0" err="1"/>
              <a:t>solicidados</a:t>
            </a:r>
            <a:r>
              <a:rPr lang="es-MX" dirty="0"/>
              <a:t> elaborados en </a:t>
            </a:r>
            <a:r>
              <a:rPr lang="es-MX" dirty="0" err="1"/>
              <a:t>intelji</a:t>
            </a:r>
            <a:r>
              <a:rPr lang="es-MX" dirty="0"/>
              <a:t> y enviados a </a:t>
            </a:r>
            <a:r>
              <a:rPr lang="es-MX" dirty="0" err="1"/>
              <a:t>github</a:t>
            </a:r>
            <a:r>
              <a:rPr lang="es-MX" dirty="0"/>
              <a:t>: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9C5653-111E-B038-BE6C-332D115B63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1017695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hlinkClick r:id="rId2"/>
              </a:rPr>
              <a:t>https://github.com/Cynthia21Morales/EstructuraDeDatos_CynthiaJasmineMT/tree/main/ED-Tema-6/Codigos-Metodos-de-Busqueda</a:t>
            </a:r>
          </a:p>
        </p:txBody>
      </p:sp>
    </p:spTree>
    <p:extLst>
      <p:ext uri="{BB962C8B-B14F-4D97-AF65-F5344CB8AC3E}">
        <p14:creationId xmlns:p14="http://schemas.microsoft.com/office/powerpoint/2010/main" val="413031332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Circuito</Template>
  <TotalTime>54</TotalTime>
  <Words>615</Words>
  <Application>Microsoft Office PowerPoint</Application>
  <PresentationFormat>Panorámica</PresentationFormat>
  <Paragraphs>42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Tw Cen MT</vt:lpstr>
      <vt:lpstr>Circuito</vt:lpstr>
      <vt:lpstr>Presentación de PowerPoint</vt:lpstr>
      <vt:lpstr>Introducción </vt:lpstr>
      <vt:lpstr>Justificación </vt:lpstr>
      <vt:lpstr>Búsqueda secuencial </vt:lpstr>
      <vt:lpstr>Resultado </vt:lpstr>
      <vt:lpstr>Búsqueda binaria</vt:lpstr>
      <vt:lpstr>RESULTADO</vt:lpstr>
      <vt:lpstr>METODO DE BUSQUEDA HASH</vt:lpstr>
      <vt:lpstr>RESULTADO</vt:lpstr>
      <vt:lpstr>Conclusión </vt:lpstr>
      <vt:lpstr>Anexo link de los ejercicios solicidados elaborados en intelji y enviados a github: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 840 G5</dc:creator>
  <cp:lastModifiedBy>HP 840 G5</cp:lastModifiedBy>
  <cp:revision>1</cp:revision>
  <dcterms:created xsi:type="dcterms:W3CDTF">2025-12-13T23:28:01Z</dcterms:created>
  <dcterms:modified xsi:type="dcterms:W3CDTF">2025-12-14T00:22:54Z</dcterms:modified>
</cp:coreProperties>
</file>