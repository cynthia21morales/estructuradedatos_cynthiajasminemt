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222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849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406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325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916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38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300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449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63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247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7958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467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4029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6967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9158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8028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15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3D044-1237-4B20-A92B-AA12A697B7C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2F07A-8BCC-4551-B7E6-D333660E8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7677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5EA4D3E-D4CC-CE25-E92C-DAD4CEF22941}"/>
              </a:ext>
            </a:extLst>
          </p:cNvPr>
          <p:cNvSpPr txBox="1"/>
          <p:nvPr/>
        </p:nvSpPr>
        <p:spPr>
          <a:xfrm>
            <a:off x="3073400" y="863472"/>
            <a:ext cx="5834259" cy="5504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Tecnológico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Mixta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Estructura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Datos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Quinto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Ingeniería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Numero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control: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231260014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alumno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Cynthia Jasmine Morales Torres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6.3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METODOS DE BUSQUEDA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, Chiapas. A 14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diciembre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2025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A8A8736C-1F37-05AA-1EB5-928DED89C286}"/>
              </a:ext>
            </a:extLst>
          </p:cNvPr>
          <p:cNvSpPr/>
          <p:nvPr/>
        </p:nvSpPr>
        <p:spPr>
          <a:xfrm>
            <a:off x="1835071" y="130506"/>
            <a:ext cx="1985447" cy="917245"/>
          </a:xfrm>
          <a:custGeom>
            <a:avLst/>
            <a:gdLst/>
            <a:ahLst/>
            <a:cxnLst/>
            <a:rect l="l" t="t" r="r" b="b"/>
            <a:pathLst>
              <a:path w="3135296" h="1339792">
                <a:moveTo>
                  <a:pt x="0" y="0"/>
                </a:moveTo>
                <a:lnTo>
                  <a:pt x="3135296" y="0"/>
                </a:lnTo>
                <a:lnTo>
                  <a:pt x="3135296" y="1339792"/>
                </a:lnTo>
                <a:lnTo>
                  <a:pt x="0" y="133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6615D1B9-620C-DE31-371E-CE97AF9CF641}"/>
              </a:ext>
            </a:extLst>
          </p:cNvPr>
          <p:cNvSpPr/>
          <p:nvPr/>
        </p:nvSpPr>
        <p:spPr>
          <a:xfrm>
            <a:off x="8907659" y="203069"/>
            <a:ext cx="1385614" cy="844682"/>
          </a:xfrm>
          <a:custGeom>
            <a:avLst/>
            <a:gdLst/>
            <a:ahLst/>
            <a:cxnLst/>
            <a:rect l="l" t="t" r="r" b="b"/>
            <a:pathLst>
              <a:path w="2019078" h="1652713">
                <a:moveTo>
                  <a:pt x="0" y="0"/>
                </a:moveTo>
                <a:lnTo>
                  <a:pt x="2019078" y="0"/>
                </a:lnTo>
                <a:lnTo>
                  <a:pt x="2019078" y="1652713"/>
                </a:lnTo>
                <a:lnTo>
                  <a:pt x="0" y="1652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3A6B8D51-4F0D-E692-E641-0FE44BD2BDF7}"/>
              </a:ext>
            </a:extLst>
          </p:cNvPr>
          <p:cNvSpPr/>
          <p:nvPr/>
        </p:nvSpPr>
        <p:spPr>
          <a:xfrm>
            <a:off x="4694917" y="181027"/>
            <a:ext cx="2802166" cy="584341"/>
          </a:xfrm>
          <a:custGeom>
            <a:avLst/>
            <a:gdLst/>
            <a:ahLst/>
            <a:cxnLst/>
            <a:rect l="l" t="t" r="r" b="b"/>
            <a:pathLst>
              <a:path w="4428347" h="916210">
                <a:moveTo>
                  <a:pt x="0" y="0"/>
                </a:moveTo>
                <a:lnTo>
                  <a:pt x="4428347" y="0"/>
                </a:lnTo>
                <a:lnTo>
                  <a:pt x="4428347" y="916210"/>
                </a:lnTo>
                <a:lnTo>
                  <a:pt x="0" y="91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5922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B2C19-9D62-A1C4-A53D-BEFCD2E3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705DDC-B3BD-E018-20B2-6D8018D1A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/>
              <a:t>La búsqueda de datos es una operación fundamental en informática y programación, utilizada para localizar información específica dentro de un conjunto de datos. Existen múltiples métodos de búsqueda, cada uno con sus características y aplicaciones según el tamaño y la organización de los datos. Este proyecto integra tres métodos de búsqueda: la </a:t>
            </a:r>
            <a:r>
              <a:rPr lang="es-MX" b="1" dirty="0"/>
              <a:t>Búsqueda Secuencial</a:t>
            </a:r>
            <a:r>
              <a:rPr lang="es-MX" dirty="0"/>
              <a:t>, que recorre los datos elemento por elemento; la </a:t>
            </a:r>
            <a:r>
              <a:rPr lang="es-MX" b="1" dirty="0"/>
              <a:t>Búsqueda Binaria</a:t>
            </a:r>
            <a:r>
              <a:rPr lang="es-MX" dirty="0"/>
              <a:t>, que requiere que los datos estén ordenados y reduce el espacio de búsqueda a la mitad en cada iteración; y la </a:t>
            </a:r>
            <a:r>
              <a:rPr lang="es-MX" b="1" dirty="0"/>
              <a:t>Búsqueda por Hash</a:t>
            </a:r>
            <a:r>
              <a:rPr lang="es-MX" dirty="0"/>
              <a:t>, que utiliza funciones hash para acceder directamente a la posición donde se espera encontrar un elemento. Todos estos métodos han sido implementados en </a:t>
            </a:r>
            <a:r>
              <a:rPr lang="es-MX" b="1" dirty="0" err="1"/>
              <a:t>JavaFX</a:t>
            </a:r>
            <a:r>
              <a:rPr lang="es-MX" dirty="0"/>
              <a:t>, proporcionando una interfaz gráfica que facilita la interacción y visualización de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329764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B7E22-A941-30BE-B368-C96F532B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1FE07B-CDDD-C988-7436-3CE27CEE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7424"/>
            <a:ext cx="9905999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sz="2000" dirty="0"/>
              <a:t>La implementación de diferentes métodos de búsqueda permite comprender sus ventajas y limitaciones en situaciones concretas: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La </a:t>
            </a:r>
            <a:r>
              <a:rPr lang="es-MX" sz="2000" b="1" dirty="0"/>
              <a:t>Búsqueda Secuencial</a:t>
            </a:r>
            <a:r>
              <a:rPr lang="es-MX" sz="2000" dirty="0"/>
              <a:t> es simple y efectiva para conjuntos pequeños o no ordenados.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La </a:t>
            </a:r>
            <a:r>
              <a:rPr lang="es-MX" sz="2000" b="1" dirty="0"/>
              <a:t>Búsqueda Binaria</a:t>
            </a:r>
            <a:r>
              <a:rPr lang="es-MX" sz="2000" dirty="0"/>
              <a:t> es mucho más eficiente en conjuntos grandes y ordenados, reduciendo significativamente el número de comparaciones necesarias.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La </a:t>
            </a:r>
            <a:r>
              <a:rPr lang="es-MX" sz="2000" b="1" dirty="0"/>
              <a:t>Búsqueda por Hash</a:t>
            </a:r>
            <a:r>
              <a:rPr lang="es-MX" sz="2000" dirty="0"/>
              <a:t> permite acceder a los elementos de manera casi inmediata y manejar grandes volúmenes de datos, mostrando también cómo se resuelven las colisiones mediante encadenamiento.</a:t>
            </a:r>
          </a:p>
          <a:p>
            <a:pPr marL="0" indent="0">
              <a:buNone/>
            </a:pPr>
            <a:r>
              <a:rPr lang="es-MX" sz="2000" dirty="0"/>
              <a:t>Integrar estos métodos en una aplicación de </a:t>
            </a:r>
            <a:r>
              <a:rPr lang="es-MX" sz="2000" b="1" dirty="0" err="1"/>
              <a:t>JavaFX</a:t>
            </a:r>
            <a:r>
              <a:rPr lang="es-MX" sz="2000" dirty="0"/>
              <a:t> proporciona una experiencia práctica y visual, que facilita la comprensión de los algoritmos y su comportamiento frente a diferentes tipos de datos.</a:t>
            </a:r>
          </a:p>
          <a:p>
            <a:pPr marL="0" indent="0"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44807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93EA1-CEBB-5637-C780-3F1013AF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Métodos de búsqueda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4995B4-251F-60C0-F500-EEE3DC837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3909" y="2194336"/>
            <a:ext cx="3323502" cy="35417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19281E-509C-BEE6-47C7-8EC6D7199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67" y="2194336"/>
            <a:ext cx="6609908" cy="35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6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58264-A0EF-CCE2-F5BC-B6728A92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16DBD9-BB96-D3CD-75D8-A0475A5D5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desarrollo de esta aplicación permite comparar y analizar tres métodos fundamentales de búsqueda, destacando sus características y eficiencia según la estructura y el tamaño de los datos. La implementación en </a:t>
            </a:r>
            <a:r>
              <a:rPr lang="es-MX" dirty="0" err="1"/>
              <a:t>JavaFX</a:t>
            </a:r>
            <a:r>
              <a:rPr lang="es-MX" dirty="0"/>
              <a:t> añade valor educativo, mostrando los resultados de manera interactiva y clara. Este proyecto no solo refuerza los conceptos teóricos sobre algoritmos de búsqueda, sino que también ofrece una base práctica para aplicaciones futuras que requieran manipulación eficiente de datos y visualización de procesos.</a:t>
            </a:r>
          </a:p>
        </p:txBody>
      </p:sp>
    </p:spTree>
    <p:extLst>
      <p:ext uri="{BB962C8B-B14F-4D97-AF65-F5344CB8AC3E}">
        <p14:creationId xmlns:p14="http://schemas.microsoft.com/office/powerpoint/2010/main" val="236977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B17F-5F1B-E3BE-611B-7CB537DD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link de los ejercicios </a:t>
            </a:r>
            <a:r>
              <a:rPr lang="es-MX" dirty="0" err="1"/>
              <a:t>solicidados</a:t>
            </a:r>
            <a:r>
              <a:rPr lang="es-MX" dirty="0"/>
              <a:t> elaborados en </a:t>
            </a:r>
            <a:r>
              <a:rPr lang="es-MX" dirty="0" err="1"/>
              <a:t>intelji</a:t>
            </a:r>
            <a:r>
              <a:rPr lang="es-MX" dirty="0"/>
              <a:t> y enviados a </a:t>
            </a:r>
            <a:r>
              <a:rPr lang="es-MX" dirty="0" err="1"/>
              <a:t>github</a:t>
            </a:r>
            <a:r>
              <a:rPr lang="es-MX" dirty="0"/>
              <a:t>: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88672C5-55C4-5C8D-8AC1-746853D47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0313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65</TotalTime>
  <Words>423</Words>
  <Application>Microsoft Office PowerPoint</Application>
  <PresentationFormat>Panorámica</PresentationFormat>
  <Paragraphs>32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Tw Cen MT</vt:lpstr>
      <vt:lpstr>Circuito</vt:lpstr>
      <vt:lpstr>Presentación de PowerPoint</vt:lpstr>
      <vt:lpstr>Introducción </vt:lpstr>
      <vt:lpstr>Justificación </vt:lpstr>
      <vt:lpstr>Métodos de búsqueda</vt:lpstr>
      <vt:lpstr>Conclusión </vt:lpstr>
      <vt:lpstr>Anexo link de los ejercicios solicidados elaborados en intelji y enviados a github: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2</cp:revision>
  <dcterms:created xsi:type="dcterms:W3CDTF">2025-12-13T23:28:01Z</dcterms:created>
  <dcterms:modified xsi:type="dcterms:W3CDTF">2025-12-15T02:59:03Z</dcterms:modified>
</cp:coreProperties>
</file>