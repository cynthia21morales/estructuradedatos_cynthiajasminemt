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7" r:id="rId5"/>
    <p:sldId id="259" r:id="rId6"/>
    <p:sldId id="266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804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FDE3D044-1237-4B20-A92B-AA12A697B7C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722207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D044-1237-4B20-A92B-AA12A697B7C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268490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D044-1237-4B20-A92B-AA12A697B7C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840655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D044-1237-4B20-A92B-AA12A697B7C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4132538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D044-1237-4B20-A92B-AA12A697B7C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291699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D044-1237-4B20-A92B-AA12A697B7C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43820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D044-1237-4B20-A92B-AA12A697B7C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53007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D044-1237-4B20-A92B-AA12A697B7C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644965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D044-1237-4B20-A92B-AA12A697B7C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26364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D044-1237-4B20-A92B-AA12A697B7C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424705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D044-1237-4B20-A92B-AA12A697B7C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879585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D044-1237-4B20-A92B-AA12A697B7C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346712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D044-1237-4B20-A92B-AA12A697B7C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440292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D044-1237-4B20-A92B-AA12A697B7C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669675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D044-1237-4B20-A92B-AA12A697B7C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891584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D044-1237-4B20-A92B-AA12A697B7C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780282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D044-1237-4B20-A92B-AA12A697B7C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141538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E3D044-1237-4B20-A92B-AA12A697B7C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78767715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ynthia21Morales/EstructuraDeDatos_CynthiaJasmineMT/tree/main/ED-Tema-6/MetodosBusqueda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">
            <a:extLst>
              <a:ext uri="{FF2B5EF4-FFF2-40B4-BE49-F238E27FC236}">
                <a16:creationId xmlns:a16="http://schemas.microsoft.com/office/drawing/2014/main" id="{25EA4D3E-D4CC-CE25-E92C-DAD4CEF22941}"/>
              </a:ext>
            </a:extLst>
          </p:cNvPr>
          <p:cNvSpPr txBox="1"/>
          <p:nvPr/>
        </p:nvSpPr>
        <p:spPr>
          <a:xfrm>
            <a:off x="3073400" y="863472"/>
            <a:ext cx="5834259" cy="55043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Instituto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Tecnológico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de Frontera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Comalapa</a:t>
            </a:r>
            <a:endParaRPr lang="en-US" sz="1200" b="1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Modalidad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Mixta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endParaRPr lang="en-US" sz="1200" b="1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Materia: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Estructura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de Datos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Semestre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 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Quinto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semestre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Especialidad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Ingeniería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en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Sistemas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Computacionales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.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Numero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de control: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231260014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Nombre del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alumno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 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Cynthia Jasmine Morales Torres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Nombre del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docente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 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Ing. Francisco Javier Mingo Velazquez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Nombre del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trabajo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6.3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Ejercicios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METODOS DE BUSQUEDA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Fecha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de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entrega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endParaRPr lang="en-US" sz="1200" b="1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Frontera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Comalapa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, Chiapas. A 14 de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diciembre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de 2025</a:t>
            </a:r>
          </a:p>
        </p:txBody>
      </p:sp>
      <p:sp>
        <p:nvSpPr>
          <p:cNvPr id="5" name="Freeform 3">
            <a:extLst>
              <a:ext uri="{FF2B5EF4-FFF2-40B4-BE49-F238E27FC236}">
                <a16:creationId xmlns:a16="http://schemas.microsoft.com/office/drawing/2014/main" id="{A8A8736C-1F37-05AA-1EB5-928DED89C286}"/>
              </a:ext>
            </a:extLst>
          </p:cNvPr>
          <p:cNvSpPr/>
          <p:nvPr/>
        </p:nvSpPr>
        <p:spPr>
          <a:xfrm>
            <a:off x="1835071" y="130506"/>
            <a:ext cx="1985447" cy="917245"/>
          </a:xfrm>
          <a:custGeom>
            <a:avLst/>
            <a:gdLst/>
            <a:ahLst/>
            <a:cxnLst/>
            <a:rect l="l" t="t" r="r" b="b"/>
            <a:pathLst>
              <a:path w="3135296" h="1339792">
                <a:moveTo>
                  <a:pt x="0" y="0"/>
                </a:moveTo>
                <a:lnTo>
                  <a:pt x="3135296" y="0"/>
                </a:lnTo>
                <a:lnTo>
                  <a:pt x="3135296" y="1339792"/>
                </a:lnTo>
                <a:lnTo>
                  <a:pt x="0" y="133979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6" name="Freeform 4">
            <a:extLst>
              <a:ext uri="{FF2B5EF4-FFF2-40B4-BE49-F238E27FC236}">
                <a16:creationId xmlns:a16="http://schemas.microsoft.com/office/drawing/2014/main" id="{6615D1B9-620C-DE31-371E-CE97AF9CF641}"/>
              </a:ext>
            </a:extLst>
          </p:cNvPr>
          <p:cNvSpPr/>
          <p:nvPr/>
        </p:nvSpPr>
        <p:spPr>
          <a:xfrm>
            <a:off x="8907659" y="203069"/>
            <a:ext cx="1385614" cy="844682"/>
          </a:xfrm>
          <a:custGeom>
            <a:avLst/>
            <a:gdLst/>
            <a:ahLst/>
            <a:cxnLst/>
            <a:rect l="l" t="t" r="r" b="b"/>
            <a:pathLst>
              <a:path w="2019078" h="1652713">
                <a:moveTo>
                  <a:pt x="0" y="0"/>
                </a:moveTo>
                <a:lnTo>
                  <a:pt x="2019078" y="0"/>
                </a:lnTo>
                <a:lnTo>
                  <a:pt x="2019078" y="1652713"/>
                </a:lnTo>
                <a:lnTo>
                  <a:pt x="0" y="16527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5">
            <a:extLst>
              <a:ext uri="{FF2B5EF4-FFF2-40B4-BE49-F238E27FC236}">
                <a16:creationId xmlns:a16="http://schemas.microsoft.com/office/drawing/2014/main" id="{3A6B8D51-4F0D-E692-E641-0FE44BD2BDF7}"/>
              </a:ext>
            </a:extLst>
          </p:cNvPr>
          <p:cNvSpPr/>
          <p:nvPr/>
        </p:nvSpPr>
        <p:spPr>
          <a:xfrm>
            <a:off x="4694917" y="181027"/>
            <a:ext cx="2802166" cy="584341"/>
          </a:xfrm>
          <a:custGeom>
            <a:avLst/>
            <a:gdLst/>
            <a:ahLst/>
            <a:cxnLst/>
            <a:rect l="l" t="t" r="r" b="b"/>
            <a:pathLst>
              <a:path w="4428347" h="916210">
                <a:moveTo>
                  <a:pt x="0" y="0"/>
                </a:moveTo>
                <a:lnTo>
                  <a:pt x="4428347" y="0"/>
                </a:lnTo>
                <a:lnTo>
                  <a:pt x="4428347" y="916210"/>
                </a:lnTo>
                <a:lnTo>
                  <a:pt x="0" y="91621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8592263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5B2C19-9D62-A1C4-A53D-BEFCD2E3C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Introducción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D705DDC-B3BD-E018-20B2-6D8018D1A0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 algn="just">
              <a:buNone/>
            </a:pPr>
            <a:r>
              <a:rPr lang="es-MX" dirty="0"/>
              <a:t>La búsqueda de datos es una operación fundamental en informática y programación, utilizada para localizar información específica dentro de un conjunto de datos. Existen múltiples métodos de búsqueda, cada uno con sus características y aplicaciones según el tamaño y la organización de los datos. Este proyecto integra tres métodos de búsqueda: la </a:t>
            </a:r>
            <a:r>
              <a:rPr lang="es-MX" b="1" dirty="0"/>
              <a:t>Búsqueda Secuencial</a:t>
            </a:r>
            <a:r>
              <a:rPr lang="es-MX" dirty="0"/>
              <a:t>, que recorre los datos elemento por elemento; la </a:t>
            </a:r>
            <a:r>
              <a:rPr lang="es-MX" b="1" dirty="0"/>
              <a:t>Búsqueda Binaria</a:t>
            </a:r>
            <a:r>
              <a:rPr lang="es-MX" dirty="0"/>
              <a:t>, que requiere que los datos estén ordenados y reduce el espacio de búsqueda a la mitad en cada iteración; y la </a:t>
            </a:r>
            <a:r>
              <a:rPr lang="es-MX" b="1" dirty="0"/>
              <a:t>Búsqueda por Hash</a:t>
            </a:r>
            <a:r>
              <a:rPr lang="es-MX" dirty="0"/>
              <a:t>, que utiliza funciones hash para acceder directamente a la posición donde se espera encontrar un elemento. Todos estos métodos han sido implementados en </a:t>
            </a:r>
            <a:r>
              <a:rPr lang="es-MX" b="1" dirty="0" err="1"/>
              <a:t>JavaFX</a:t>
            </a:r>
            <a:r>
              <a:rPr lang="es-MX" dirty="0"/>
              <a:t>, proporcionando una interfaz gráfica que facilita la interacción y visualización de los resultados.</a:t>
            </a:r>
          </a:p>
        </p:txBody>
      </p:sp>
    </p:spTree>
    <p:extLst>
      <p:ext uri="{BB962C8B-B14F-4D97-AF65-F5344CB8AC3E}">
        <p14:creationId xmlns:p14="http://schemas.microsoft.com/office/powerpoint/2010/main" val="3297649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CB7E22-A941-30BE-B368-C96F532B7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Justificación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21FE07B-CDDD-C988-7436-3CE27CEE4B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797424"/>
            <a:ext cx="9905999" cy="354171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s-MX" sz="2000" dirty="0"/>
              <a:t>La implementación de diferentes métodos de búsqueda permite comprender sus ventajas y limitaciones en situaciones concretas: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sz="2000" dirty="0"/>
              <a:t>La </a:t>
            </a:r>
            <a:r>
              <a:rPr lang="es-MX" sz="2000" b="1" dirty="0"/>
              <a:t>Búsqueda Secuencial</a:t>
            </a:r>
            <a:r>
              <a:rPr lang="es-MX" sz="2000" dirty="0"/>
              <a:t> es simple y efectiva para conjuntos pequeños o no ordenados.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sz="2000" dirty="0"/>
              <a:t>La </a:t>
            </a:r>
            <a:r>
              <a:rPr lang="es-MX" sz="2000" b="1" dirty="0"/>
              <a:t>Búsqueda Binaria</a:t>
            </a:r>
            <a:r>
              <a:rPr lang="es-MX" sz="2000" dirty="0"/>
              <a:t> es mucho más eficiente en conjuntos grandes y ordenados, reduciendo significativamente el número de comparaciones necesarias.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sz="2000" dirty="0"/>
              <a:t>La </a:t>
            </a:r>
            <a:r>
              <a:rPr lang="es-MX" sz="2000" b="1" dirty="0"/>
              <a:t>Búsqueda por Hash</a:t>
            </a:r>
            <a:r>
              <a:rPr lang="es-MX" sz="2000" dirty="0"/>
              <a:t> permite acceder a los elementos de manera casi inmediata y manejar grandes volúmenes de datos, mostrando también cómo se resuelven las colisiones mediante encadenamiento.</a:t>
            </a:r>
          </a:p>
          <a:p>
            <a:pPr marL="0" indent="0">
              <a:buNone/>
            </a:pPr>
            <a:r>
              <a:rPr lang="es-MX" sz="2000" dirty="0"/>
              <a:t>Integrar estos métodos en una aplicación de </a:t>
            </a:r>
            <a:r>
              <a:rPr lang="es-MX" sz="2000" b="1" dirty="0" err="1"/>
              <a:t>JavaFX</a:t>
            </a:r>
            <a:r>
              <a:rPr lang="es-MX" sz="2000" dirty="0"/>
              <a:t> proporciona una experiencia práctica y visual, que facilita la comprensión de los algoritmos y su comportamiento frente a diferentes tipos de datos.</a:t>
            </a:r>
          </a:p>
          <a:p>
            <a:pPr marL="0" indent="0">
              <a:buNone/>
            </a:pPr>
            <a:endParaRPr lang="es-MX" sz="2000" dirty="0"/>
          </a:p>
        </p:txBody>
      </p:sp>
    </p:spTree>
    <p:extLst>
      <p:ext uri="{BB962C8B-B14F-4D97-AF65-F5344CB8AC3E}">
        <p14:creationId xmlns:p14="http://schemas.microsoft.com/office/powerpoint/2010/main" val="34480760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C93EA1-CEBB-5637-C780-3F1013AF7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Métodos de búsqueda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1C4995B4-251F-60C0-F500-EEE3DC8376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723909" y="2194336"/>
            <a:ext cx="3323502" cy="3541712"/>
          </a:xfr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E319281E-509C-BEE6-47C7-8EC6D71994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867" y="2194336"/>
            <a:ext cx="6609908" cy="3583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2615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A58264-A0EF-CCE2-F5BC-B6728A929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Conclusión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816DBD9-BB96-D3CD-75D8-A0475A5D5B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s-MX" dirty="0"/>
              <a:t>El desarrollo de esta aplicación permite comparar y analizar tres métodos fundamentales de búsqueda, destacando sus características y eficiencia según la estructura y el tamaño de los datos. La implementación en </a:t>
            </a:r>
            <a:r>
              <a:rPr lang="es-MX" dirty="0" err="1"/>
              <a:t>JavaFX</a:t>
            </a:r>
            <a:r>
              <a:rPr lang="es-MX" dirty="0"/>
              <a:t> añade valor educativo, mostrando los resultados de manera interactiva y clara. Este proyecto no solo refuerza los conceptos teóricos sobre algoritmos de búsqueda, sino que también ofrece una base práctica para aplicaciones futuras que requieran manipulación eficiente de datos y visualización de procesos.</a:t>
            </a:r>
          </a:p>
        </p:txBody>
      </p:sp>
    </p:spTree>
    <p:extLst>
      <p:ext uri="{BB962C8B-B14F-4D97-AF65-F5344CB8AC3E}">
        <p14:creationId xmlns:p14="http://schemas.microsoft.com/office/powerpoint/2010/main" val="23697792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4EB17F-5F1B-E3BE-611B-7CB537DD9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Anexo link de los ejercicios </a:t>
            </a:r>
            <a:r>
              <a:rPr lang="es-MX" dirty="0" err="1"/>
              <a:t>solicidados</a:t>
            </a:r>
            <a:r>
              <a:rPr lang="es-MX" dirty="0"/>
              <a:t> elaborados en </a:t>
            </a:r>
            <a:r>
              <a:rPr lang="es-MX" dirty="0" err="1"/>
              <a:t>intelji</a:t>
            </a:r>
            <a:r>
              <a:rPr lang="es-MX" dirty="0"/>
              <a:t> y enviados a </a:t>
            </a:r>
            <a:r>
              <a:rPr lang="es-MX" dirty="0" err="1"/>
              <a:t>github</a:t>
            </a:r>
            <a:r>
              <a:rPr lang="es-MX" dirty="0"/>
              <a:t>:</a:t>
            </a:r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C88672C5-55C4-5C8D-8AC1-746853D470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dirty="0">
                <a:hlinkClick r:id="rId2"/>
              </a:rPr>
              <a:t>https://github.com/Cynthia21Morales/EstructuraDeDatos_CynthiaJasmineMT/tree/main/ED-Tema-6/MetodosBusqueda</a:t>
            </a:r>
          </a:p>
        </p:txBody>
      </p:sp>
    </p:spTree>
    <p:extLst>
      <p:ext uri="{BB962C8B-B14F-4D97-AF65-F5344CB8AC3E}">
        <p14:creationId xmlns:p14="http://schemas.microsoft.com/office/powerpoint/2010/main" val="413031332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o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o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o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Circuito</Template>
  <TotalTime>65</TotalTime>
  <Words>442</Words>
  <Application>Microsoft Office PowerPoint</Application>
  <PresentationFormat>Panorámica</PresentationFormat>
  <Paragraphs>33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0" baseType="lpstr">
      <vt:lpstr>Arial</vt:lpstr>
      <vt:lpstr>Century Gothic</vt:lpstr>
      <vt:lpstr>Tw Cen MT</vt:lpstr>
      <vt:lpstr>Circuito</vt:lpstr>
      <vt:lpstr>Presentación de PowerPoint</vt:lpstr>
      <vt:lpstr>Introducción </vt:lpstr>
      <vt:lpstr>Justificación </vt:lpstr>
      <vt:lpstr>Métodos de búsqueda</vt:lpstr>
      <vt:lpstr>Conclusión </vt:lpstr>
      <vt:lpstr>Anexo link de los ejercicios solicidados elaborados en intelji y enviados a github: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HP 840 G5</dc:creator>
  <cp:lastModifiedBy>HP 840 G5</cp:lastModifiedBy>
  <cp:revision>3</cp:revision>
  <dcterms:created xsi:type="dcterms:W3CDTF">2025-12-13T23:28:01Z</dcterms:created>
  <dcterms:modified xsi:type="dcterms:W3CDTF">2025-12-15T03:01:01Z</dcterms:modified>
</cp:coreProperties>
</file>