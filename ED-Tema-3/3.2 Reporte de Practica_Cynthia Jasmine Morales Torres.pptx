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</p:sldMasterIdLst>
  <p:sldIdLst>
    <p:sldId id="256" r:id="rId2"/>
    <p:sldId id="260" r:id="rId3"/>
    <p:sldId id="262" r:id="rId4"/>
    <p:sldId id="258" r:id="rId5"/>
    <p:sldId id="259" r:id="rId6"/>
    <p:sldId id="257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25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467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571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645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243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13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6238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635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8006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0727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75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995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0739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429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024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381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68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72A63ED-A474-4EED-92B8-EA8361CA006A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9812ABE-3F6D-41E4-B6D6-D891A490F4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502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E5793E7-32E5-ACDF-0A9A-437A405C47C9}"/>
              </a:ext>
            </a:extLst>
          </p:cNvPr>
          <p:cNvSpPr txBox="1"/>
          <p:nvPr/>
        </p:nvSpPr>
        <p:spPr>
          <a:xfrm>
            <a:off x="3047144" y="1692989"/>
            <a:ext cx="609771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s-MX" sz="1600" b="1" i="0" dirty="0">
                <a:effectLst/>
                <a:latin typeface="Bahnschrift" panose="020B0502040204020203" pitchFamily="34" charset="0"/>
              </a:rPr>
              <a:t>Instituto Tecnológico de Frontera Comalapa</a:t>
            </a:r>
            <a:endParaRPr lang="es-MX" sz="1600" b="1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1" i="0" dirty="0">
                <a:effectLst/>
                <a:latin typeface="Bahnschrift" panose="020B0502040204020203" pitchFamily="34" charset="0"/>
              </a:rPr>
              <a:t>Modalidad Mixta</a:t>
            </a:r>
          </a:p>
          <a:p>
            <a:pPr algn="ctr" rtl="0"/>
            <a:endParaRPr lang="es-MX" sz="1600" b="1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Materia: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Redes De Computadoras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Semestre: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Quinto semestre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Especialidad: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Ingeniería en Sistemas Computacionales.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alumno: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/>
            <a:r>
              <a:rPr lang="es-MX" sz="1600" b="0" i="0" dirty="0">
                <a:effectLst/>
                <a:latin typeface="Bahnschrift" panose="020B0502040204020203" pitchFamily="34" charset="0"/>
              </a:rPr>
              <a:t>Cynthia Jasmine Morales Torres/231260014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docente: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Ing. Francisco Javier Mingo Velázquez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trabajo: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3.2 REPORTE DE PRACTICA</a:t>
            </a:r>
          </a:p>
          <a:p>
            <a:pPr algn="ctr" rtl="0"/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endParaRPr lang="es-MX" sz="1600" dirty="0">
              <a:latin typeface="Bahnschrift" panose="020B0502040204020203" pitchFamily="34" charset="0"/>
            </a:endParaRPr>
          </a:p>
          <a:p>
            <a:pPr algn="ctr" rtl="0"/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Fecha de entrega: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Frontera Comalapa, Chiapas. A </a:t>
            </a:r>
            <a:r>
              <a:rPr lang="es-MX" sz="1600" dirty="0">
                <a:latin typeface="Bahnschrift" panose="020B0502040204020203" pitchFamily="34" charset="0"/>
              </a:rPr>
              <a:t>12</a:t>
            </a:r>
            <a:r>
              <a:rPr lang="es-MX" sz="1600" b="0" i="0" dirty="0">
                <a:effectLst/>
                <a:latin typeface="Bahnschrift" panose="020B0502040204020203" pitchFamily="34" charset="0"/>
              </a:rPr>
              <a:t> de noviembre de 2025</a:t>
            </a:r>
            <a:endParaRPr lang="es-MX" sz="1600" dirty="0"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DC34335D-5D13-7AD4-2A80-01B7CEB108CA}"/>
              </a:ext>
            </a:extLst>
          </p:cNvPr>
          <p:cNvSpPr/>
          <p:nvPr/>
        </p:nvSpPr>
        <p:spPr>
          <a:xfrm>
            <a:off x="2149354" y="282918"/>
            <a:ext cx="2207213" cy="943199"/>
          </a:xfrm>
          <a:custGeom>
            <a:avLst/>
            <a:gdLst/>
            <a:ahLst/>
            <a:cxnLst/>
            <a:rect l="l" t="t" r="r" b="b"/>
            <a:pathLst>
              <a:path w="2207213" h="943199">
                <a:moveTo>
                  <a:pt x="0" y="0"/>
                </a:moveTo>
                <a:lnTo>
                  <a:pt x="2207213" y="0"/>
                </a:lnTo>
                <a:lnTo>
                  <a:pt x="2207213" y="943198"/>
                </a:lnTo>
                <a:lnTo>
                  <a:pt x="0" y="94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55B97E20-BC9A-0F10-1E1F-83BF254722DC}"/>
              </a:ext>
            </a:extLst>
          </p:cNvPr>
          <p:cNvSpPr/>
          <p:nvPr/>
        </p:nvSpPr>
        <p:spPr>
          <a:xfrm>
            <a:off x="8621238" y="282918"/>
            <a:ext cx="1421408" cy="943199"/>
          </a:xfrm>
          <a:custGeom>
            <a:avLst/>
            <a:gdLst/>
            <a:ahLst/>
            <a:cxnLst/>
            <a:rect l="l" t="t" r="r" b="b"/>
            <a:pathLst>
              <a:path w="1421408" h="1163491">
                <a:moveTo>
                  <a:pt x="0" y="0"/>
                </a:moveTo>
                <a:lnTo>
                  <a:pt x="1421408" y="0"/>
                </a:lnTo>
                <a:lnTo>
                  <a:pt x="1421408" y="1163491"/>
                </a:lnTo>
                <a:lnTo>
                  <a:pt x="0" y="1163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26D117C-9FE2-12AC-B607-400B85D7FFF4}"/>
              </a:ext>
            </a:extLst>
          </p:cNvPr>
          <p:cNvSpPr/>
          <p:nvPr/>
        </p:nvSpPr>
        <p:spPr>
          <a:xfrm>
            <a:off x="4649462" y="432016"/>
            <a:ext cx="3117507" cy="645001"/>
          </a:xfrm>
          <a:custGeom>
            <a:avLst/>
            <a:gdLst/>
            <a:ahLst/>
            <a:cxnLst/>
            <a:rect l="l" t="t" r="r" b="b"/>
            <a:pathLst>
              <a:path w="3117507" h="645001">
                <a:moveTo>
                  <a:pt x="0" y="0"/>
                </a:moveTo>
                <a:lnTo>
                  <a:pt x="3117506" y="0"/>
                </a:lnTo>
                <a:lnTo>
                  <a:pt x="3117506" y="645002"/>
                </a:lnTo>
                <a:lnTo>
                  <a:pt x="0" y="64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25238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4AC49-7C64-5AC9-7489-7CF042B89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B2FC07-7DC8-B8F4-C11E-B67945934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MX" dirty="0"/>
              <a:t>Las </a:t>
            </a:r>
            <a:r>
              <a:rPr lang="es-MX" b="1" dirty="0"/>
              <a:t>estructuras lineales</a:t>
            </a:r>
            <a:r>
              <a:rPr lang="es-MX" dirty="0"/>
              <a:t> son un concepto fundamental en la programación y en la informática, ya que permiten organizar y almacenar datos de manera secuencial, siguiendo un orden específico. En estas estructuras, cada elemento tiene un </a:t>
            </a:r>
            <a:r>
              <a:rPr lang="es-MX" b="1" dirty="0"/>
              <a:t>predecesor y un sucesor</a:t>
            </a:r>
            <a:r>
              <a:rPr lang="es-MX" dirty="0"/>
              <a:t>, lo que facilita la inserción, eliminación y recorrido de los datos. Entre las estructuras lineales más comunes se encuentran las </a:t>
            </a:r>
            <a:r>
              <a:rPr lang="es-MX" b="1" dirty="0"/>
              <a:t>listas</a:t>
            </a:r>
            <a:r>
              <a:rPr lang="es-MX" dirty="0"/>
              <a:t>, las </a:t>
            </a:r>
            <a:r>
              <a:rPr lang="es-MX" b="1" dirty="0"/>
              <a:t>colas</a:t>
            </a:r>
            <a:r>
              <a:rPr lang="es-MX" dirty="0"/>
              <a:t> y las </a:t>
            </a:r>
            <a:r>
              <a:rPr lang="es-MX" b="1" dirty="0"/>
              <a:t>pilas</a:t>
            </a:r>
            <a:r>
              <a:rPr lang="es-MX" dirty="0"/>
              <a:t>, cada una con características particulares que las hacen útiles según el tipo de problema que se desea resolver. Comprender las estructuras lineales es esencial para desarrollar algoritmos eficientes y optimizar el manejo de información en cualquier sistema o aplicación.</a:t>
            </a:r>
          </a:p>
        </p:txBody>
      </p:sp>
    </p:spTree>
    <p:extLst>
      <p:ext uri="{BB962C8B-B14F-4D97-AF65-F5344CB8AC3E}">
        <p14:creationId xmlns:p14="http://schemas.microsoft.com/office/powerpoint/2010/main" val="643240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75AC9-350A-2DD1-F34B-F00C873F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Estructuras lineales 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5418D1B-ABB2-79B5-EE99-63FE0207DA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280" y="2417763"/>
            <a:ext cx="3118639" cy="3317875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0707547-5823-80D7-D26C-8CDCB0EFE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369" y="2417763"/>
            <a:ext cx="5933035" cy="318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75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23415-9D88-DC35-529A-F9C64BC4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48825" y="184650"/>
            <a:ext cx="9601196" cy="1303867"/>
          </a:xfrm>
        </p:spPr>
        <p:txBody>
          <a:bodyPr/>
          <a:lstStyle/>
          <a:p>
            <a:r>
              <a:rPr lang="es-MX" dirty="0" err="1"/>
              <a:t>Part</a:t>
            </a:r>
            <a:r>
              <a:rPr lang="es-MX" dirty="0"/>
              <a:t> 1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76640ED-AE69-C380-0A68-2D101B9AB4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955" y="1327649"/>
            <a:ext cx="6576380" cy="4437884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F0066D1-726F-FD2D-D8B2-487DFE06B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335" y="1918645"/>
            <a:ext cx="479842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cola → se comporta como FIFO (primer elemento en entrar, primero en salir).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lista → se comporta como una estructura lineal, donde se puede agregar al final y recorrer por índices.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5F6A6D6-3B06-517F-1083-00E6D85AD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2371" y="3961607"/>
            <a:ext cx="424716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Toma el valor del </a:t>
            </a:r>
            <a:r>
              <a:rPr lang="es-MX" altLang="es-MX" sz="1600" dirty="0" err="1"/>
              <a:t>TextField</a:t>
            </a:r>
            <a:r>
              <a:rPr lang="es-MX" altLang="es-MX" sz="16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Lo agrega a la cola con </a:t>
            </a:r>
            <a:r>
              <a:rPr lang="es-MX" altLang="es-MX" sz="1600" dirty="0" err="1"/>
              <a:t>add</a:t>
            </a:r>
            <a:r>
              <a:rPr lang="es-MX" altLang="es-MX" sz="1600" dirty="0"/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Muestra un mensaje en </a:t>
            </a:r>
            <a:r>
              <a:rPr lang="es-MX" altLang="es-MX" sz="1600" dirty="0" err="1"/>
              <a:t>TextArea</a:t>
            </a:r>
            <a:r>
              <a:rPr lang="es-MX" altLang="es-MX" sz="16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Limpia el campo de entrada.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C23169B-C5CE-1E4D-E6CB-8E1F29ADF9A4}"/>
              </a:ext>
            </a:extLst>
          </p:cNvPr>
          <p:cNvSpPr txBox="1"/>
          <p:nvPr/>
        </p:nvSpPr>
        <p:spPr>
          <a:xfrm>
            <a:off x="731520" y="3429000"/>
            <a:ext cx="6131293" cy="20092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8ACE7A-A6A2-6308-9EBE-72D2FBD3D8DB}"/>
              </a:ext>
            </a:extLst>
          </p:cNvPr>
          <p:cNvSpPr txBox="1"/>
          <p:nvPr/>
        </p:nvSpPr>
        <p:spPr>
          <a:xfrm>
            <a:off x="731520" y="1828800"/>
            <a:ext cx="5226518" cy="8027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63525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B366B-C166-8E79-3FD5-3479A4DF5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Part</a:t>
            </a:r>
            <a:r>
              <a:rPr lang="es-MX" dirty="0"/>
              <a:t> 2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B4C4A0A-C810-C1B7-4DC8-32977DE2E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105" y="2057222"/>
            <a:ext cx="6550642" cy="3449638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9C260DA-25C6-9F81-2E47-B524B3DC1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5825" y="2285999"/>
            <a:ext cx="423207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 err="1"/>
              <a:t>poll</a:t>
            </a:r>
            <a:r>
              <a:rPr lang="es-MX" altLang="es-MX" sz="1600" dirty="0"/>
              <a:t>() elimina el primer elemento de la cola (FIFO).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 dirty="0"/>
              <a:t>Si la cola está vacía, muestra un mensaje de advertencia.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600" dirty="0"/>
              <a:t>Para la lista, podrías eliminar el último elemento con </a:t>
            </a:r>
            <a:r>
              <a:rPr lang="es-MX" altLang="es-MX" sz="1600" dirty="0" err="1"/>
              <a:t>lista.remove</a:t>
            </a:r>
            <a:r>
              <a:rPr lang="es-MX" altLang="es-MX" sz="1600" dirty="0"/>
              <a:t>(</a:t>
            </a:r>
            <a:r>
              <a:rPr lang="es-MX" altLang="es-MX" sz="1600" dirty="0" err="1"/>
              <a:t>lista.size</a:t>
            </a:r>
            <a:r>
              <a:rPr lang="es-MX" altLang="es-MX" sz="1600" dirty="0"/>
              <a:t>() - 1).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C60F57A-9E25-C951-458C-56CAD2E11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070" y="4452232"/>
            <a:ext cx="303208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/>
              <a:t>Muestra todos los elementos de la cola en su orden lineal.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sz="1600"/>
              <a:t>Para la lista, se usaría outputArea.appendText("Elementos de la lista: " + lista + "\n");.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EF0A06A-7CA1-F16B-08AF-7C4081E3E15D}"/>
              </a:ext>
            </a:extLst>
          </p:cNvPr>
          <p:cNvSpPr txBox="1"/>
          <p:nvPr/>
        </p:nvSpPr>
        <p:spPr>
          <a:xfrm>
            <a:off x="1540042" y="2512194"/>
            <a:ext cx="5428649" cy="113578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5FB8DE5-8204-377A-5E60-03569D8B9D37}"/>
              </a:ext>
            </a:extLst>
          </p:cNvPr>
          <p:cNvSpPr txBox="1"/>
          <p:nvPr/>
        </p:nvSpPr>
        <p:spPr>
          <a:xfrm>
            <a:off x="1295402" y="4101881"/>
            <a:ext cx="5355655" cy="78775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86225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2BB22-6A7A-B367-572A-424BB140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 de la ejecución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4BB8BCF-2134-931C-0198-BD6AC9F13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075" y="2139415"/>
            <a:ext cx="3109822" cy="3449638"/>
          </a:xfr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57D7D34-DF83-77DC-9330-4B4AF3644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1326" y="3014196"/>
            <a:ext cx="727955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/>
              <a:t>El usuario ingresa un valor y presiona Agregar → se añade al final de la cola.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/>
              <a:t>Presiona Eliminar → se quita el primer elemento de la cola (FIFO).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/>
              <a:t>Presiona Mostrar → se ven todos los elementos actuales en la cola.</a:t>
            </a:r>
          </a:p>
        </p:txBody>
      </p:sp>
    </p:spTree>
    <p:extLst>
      <p:ext uri="{BB962C8B-B14F-4D97-AF65-F5344CB8AC3E}">
        <p14:creationId xmlns:p14="http://schemas.microsoft.com/office/powerpoint/2010/main" val="238453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49591-7302-12F4-4208-E4D21D766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C1E499-3082-0BA6-3B19-841253881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dirty="0"/>
              <a:t>Las </a:t>
            </a:r>
            <a:r>
              <a:rPr lang="es-MX" b="1" dirty="0"/>
              <a:t>estructuras lineales</a:t>
            </a:r>
            <a:r>
              <a:rPr lang="es-MX" dirty="0"/>
              <a:t> constituyen la base de muchas aplicaciones y sistemas informáticos, ya que permiten gestionar datos de manera ordenada y eficiente. Su estudio y correcta implementación facilitan la resolución de problemas complejos y el desarrollo de programas más organizados y funcionales. Además, dominarlas proporciona herramientas fundamentales para avanzar en conceptos más complejos de programación, como las estructuras no lineales, bases de datos y algoritmos de optimización. Por ello, comprender su funcionamiento y saber aplicarlas correctamente es un paso indispensable para cualquier profesional en el área de la informática y programación.</a:t>
            </a:r>
          </a:p>
        </p:txBody>
      </p:sp>
    </p:spTree>
    <p:extLst>
      <p:ext uri="{BB962C8B-B14F-4D97-AF65-F5344CB8AC3E}">
        <p14:creationId xmlns:p14="http://schemas.microsoft.com/office/powerpoint/2010/main" val="3541858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A2D0E9-E423-3530-9AAC-30A1373EC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Link Anexado al GitHub de los ejercicios solicitados de la actividad 3.3 ejercicios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8452AF-B96D-6556-0204-A53E3062E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https://github.com/Cynthia21Morales/EstructuraDeDatos_CynthiaJasmineMT/tree/main/Unidad%203/3.3%20Ejercicios_Cynthia%20Jasmine%20Morales%20Torres</a:t>
            </a:r>
          </a:p>
        </p:txBody>
      </p:sp>
    </p:spTree>
    <p:extLst>
      <p:ext uri="{BB962C8B-B14F-4D97-AF65-F5344CB8AC3E}">
        <p14:creationId xmlns:p14="http://schemas.microsoft.com/office/powerpoint/2010/main" val="254273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109</TotalTime>
  <Words>518</Words>
  <Application>Microsoft Office PowerPoint</Application>
  <PresentationFormat>Panorámica</PresentationFormat>
  <Paragraphs>45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Bahnschrift</vt:lpstr>
      <vt:lpstr>Garamond</vt:lpstr>
      <vt:lpstr>Orgánico</vt:lpstr>
      <vt:lpstr>Presentación de PowerPoint</vt:lpstr>
      <vt:lpstr>Introducción </vt:lpstr>
      <vt:lpstr>Estructuras lineales </vt:lpstr>
      <vt:lpstr>Part 1</vt:lpstr>
      <vt:lpstr>Part 2</vt:lpstr>
      <vt:lpstr>Resultado de la ejecución </vt:lpstr>
      <vt:lpstr>Conclusión  </vt:lpstr>
      <vt:lpstr>Link Anexado al GitHub de los ejercicios solicitados de la actividad 3.3 ejercicios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840 G5</dc:creator>
  <cp:lastModifiedBy>HP 840 G5</cp:lastModifiedBy>
  <cp:revision>3</cp:revision>
  <dcterms:created xsi:type="dcterms:W3CDTF">2025-11-25T18:10:59Z</dcterms:created>
  <dcterms:modified xsi:type="dcterms:W3CDTF">2025-11-25T20:05:11Z</dcterms:modified>
</cp:coreProperties>
</file>