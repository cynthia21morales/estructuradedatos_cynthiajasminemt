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381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638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694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464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286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9429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2994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867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17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561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3665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6843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65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3677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9064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044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1596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655BF-CC47-6209-6EFF-0E01B070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F9762-01FB-3F88-C5A8-84369D01E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0F4DE3-5DEA-BBE0-5945-9090243B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CF981-E710-9B44-770F-2A169CC0C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C01139-ACDD-DBB0-9896-49EAF798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347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49B4709-7BFD-406A-B4EE-60160F38B9ED}" type="datetimeFigureOut">
              <a:rPr lang="es-MX" smtClean="0"/>
              <a:t>14/12/2025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ABCF574-1864-43F1-B6B4-B938CD32AC2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33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D6AAE98-E4C1-B833-701B-98F7CFB2C115}"/>
              </a:ext>
            </a:extLst>
          </p:cNvPr>
          <p:cNvSpPr txBox="1"/>
          <p:nvPr/>
        </p:nvSpPr>
        <p:spPr>
          <a:xfrm>
            <a:off x="3047144" y="1692989"/>
            <a:ext cx="60977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Instituto Tecnológico de Frontera Comalapa</a:t>
            </a:r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1" i="0" dirty="0">
                <a:effectLst/>
                <a:latin typeface="Bahnschrift" panose="020B0502040204020203" pitchFamily="34" charset="0"/>
              </a:rPr>
              <a:t>Modalidad Mixta</a:t>
            </a:r>
          </a:p>
          <a:p>
            <a:pPr algn="ctr" rtl="0"/>
            <a:endParaRPr lang="es-MX" sz="1600" b="1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Materia: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Estructura de Datos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Semestre: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Quinto semestre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Especialidad: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Ingeniería en Sistemas Computacionales.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alumno: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/>
            <a:r>
              <a:rPr lang="es-MX" sz="1600" b="0" i="0" dirty="0">
                <a:effectLst/>
                <a:latin typeface="Bahnschrift" panose="020B0502040204020203" pitchFamily="34" charset="0"/>
              </a:rPr>
              <a:t>Cynthia Jasmine Morales Torres/231260014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docente: 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Ing. Francisco Javier Mingo Velázquez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Nombre del trabajo: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3.3 Ejercicios de estructuras lineales</a:t>
            </a: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latin typeface="Bahnschrift" panose="020B0502040204020203" pitchFamily="34" charset="0"/>
            </a:endParaRPr>
          </a:p>
          <a:p>
            <a:pPr algn="ctr" rtl="0"/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Fecha de entrega:</a:t>
            </a:r>
            <a:endParaRPr lang="es-MX" sz="1600" dirty="0">
              <a:effectLst/>
              <a:latin typeface="Bahnschrift" panose="020B0502040204020203" pitchFamily="34" charset="0"/>
            </a:endParaRPr>
          </a:p>
          <a:p>
            <a:pPr algn="ctr" rtl="0"/>
            <a:r>
              <a:rPr lang="es-MX" sz="1600" b="0" i="0" dirty="0">
                <a:effectLst/>
                <a:latin typeface="Bahnschrift" panose="020B0502040204020203" pitchFamily="34" charset="0"/>
              </a:rPr>
              <a:t>Frontera Comalapa, Chiapas. A </a:t>
            </a:r>
            <a:r>
              <a:rPr lang="es-MX" sz="1600" dirty="0">
                <a:latin typeface="Bahnschrift" panose="020B0502040204020203" pitchFamily="34" charset="0"/>
              </a:rPr>
              <a:t>19</a:t>
            </a:r>
            <a:r>
              <a:rPr lang="es-MX" sz="1600" b="0" i="0" dirty="0">
                <a:effectLst/>
                <a:latin typeface="Bahnschrift" panose="020B0502040204020203" pitchFamily="34" charset="0"/>
              </a:rPr>
              <a:t> de noviembre de 2025</a:t>
            </a:r>
            <a:endParaRPr lang="es-MX" sz="1600" dirty="0">
              <a:effectLst/>
              <a:latin typeface="Bahnschrift" panose="020B0502040204020203" pitchFamily="34" charset="0"/>
            </a:endParaRP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1534A31-12E7-BD17-E91D-9D68793E1115}"/>
              </a:ext>
            </a:extLst>
          </p:cNvPr>
          <p:cNvSpPr/>
          <p:nvPr/>
        </p:nvSpPr>
        <p:spPr>
          <a:xfrm>
            <a:off x="2149354" y="282918"/>
            <a:ext cx="2207213" cy="943199"/>
          </a:xfrm>
          <a:custGeom>
            <a:avLst/>
            <a:gdLst/>
            <a:ahLst/>
            <a:cxnLst/>
            <a:rect l="l" t="t" r="r" b="b"/>
            <a:pathLst>
              <a:path w="2207213" h="943199">
                <a:moveTo>
                  <a:pt x="0" y="0"/>
                </a:moveTo>
                <a:lnTo>
                  <a:pt x="2207213" y="0"/>
                </a:lnTo>
                <a:lnTo>
                  <a:pt x="2207213" y="943198"/>
                </a:lnTo>
                <a:lnTo>
                  <a:pt x="0" y="94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2495B25B-0124-0912-E08A-50A49FB142FE}"/>
              </a:ext>
            </a:extLst>
          </p:cNvPr>
          <p:cNvSpPr/>
          <p:nvPr/>
        </p:nvSpPr>
        <p:spPr>
          <a:xfrm>
            <a:off x="8621238" y="282918"/>
            <a:ext cx="1421408" cy="943199"/>
          </a:xfrm>
          <a:custGeom>
            <a:avLst/>
            <a:gdLst/>
            <a:ahLst/>
            <a:cxnLst/>
            <a:rect l="l" t="t" r="r" b="b"/>
            <a:pathLst>
              <a:path w="1421408" h="1163491">
                <a:moveTo>
                  <a:pt x="0" y="0"/>
                </a:moveTo>
                <a:lnTo>
                  <a:pt x="1421408" y="0"/>
                </a:lnTo>
                <a:lnTo>
                  <a:pt x="1421408" y="1163491"/>
                </a:lnTo>
                <a:lnTo>
                  <a:pt x="0" y="1163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8FB151B-5844-D101-2980-2B8427FC0D68}"/>
              </a:ext>
            </a:extLst>
          </p:cNvPr>
          <p:cNvSpPr/>
          <p:nvPr/>
        </p:nvSpPr>
        <p:spPr>
          <a:xfrm>
            <a:off x="4649462" y="432016"/>
            <a:ext cx="3117507" cy="645001"/>
          </a:xfrm>
          <a:custGeom>
            <a:avLst/>
            <a:gdLst/>
            <a:ahLst/>
            <a:cxnLst/>
            <a:rect l="l" t="t" r="r" b="b"/>
            <a:pathLst>
              <a:path w="3117507" h="645001">
                <a:moveTo>
                  <a:pt x="0" y="0"/>
                </a:moveTo>
                <a:lnTo>
                  <a:pt x="3117506" y="0"/>
                </a:lnTo>
                <a:lnTo>
                  <a:pt x="3117506" y="645002"/>
                </a:lnTo>
                <a:lnTo>
                  <a:pt x="0" y="6450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6871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94865-216D-F041-A132-29AA7A64F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8BB3A5-4FE6-09BB-9F70-A158E5713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Las </a:t>
            </a:r>
            <a:r>
              <a:rPr lang="es-MX" b="1" dirty="0"/>
              <a:t>estructuras de datos lineales</a:t>
            </a:r>
            <a:r>
              <a:rPr lang="es-MX" dirty="0"/>
              <a:t> son fundamentales en el desarrollo de software, ya que permiten almacenar y organizar información de manera secuencial. Entre las más importantes se encuentran las </a:t>
            </a:r>
            <a:r>
              <a:rPr lang="es-MX" b="1" dirty="0"/>
              <a:t>pilas</a:t>
            </a:r>
            <a:r>
              <a:rPr lang="es-MX" dirty="0"/>
              <a:t>, </a:t>
            </a:r>
            <a:r>
              <a:rPr lang="es-MX" b="1" dirty="0"/>
              <a:t>colas</a:t>
            </a:r>
            <a:r>
              <a:rPr lang="es-MX" dirty="0"/>
              <a:t> y </a:t>
            </a:r>
            <a:r>
              <a:rPr lang="es-MX" b="1" dirty="0"/>
              <a:t>listas</a:t>
            </a:r>
            <a:r>
              <a:rPr lang="es-MX" dirty="0"/>
              <a:t>, las cuales ofrecen diferentes formas de acceso y manipulación de los datos.</a:t>
            </a:r>
          </a:p>
          <a:p>
            <a:r>
              <a:rPr lang="es-MX" dirty="0"/>
              <a:t>Este proyecto tiene como propósito implementar estas estructuras utilizando </a:t>
            </a:r>
            <a:r>
              <a:rPr lang="es-MX" b="1" dirty="0"/>
              <a:t>Java y </a:t>
            </a:r>
            <a:r>
              <a:rPr lang="es-MX" b="1" dirty="0" err="1"/>
              <a:t>JavaFX</a:t>
            </a:r>
            <a:r>
              <a:rPr lang="es-MX" dirty="0"/>
              <a:t>, facilitando su comprensión mediante una interfaz gráfica interactiva.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03955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9433B-FEF7-5ED1-4256-4237079E3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930FE8-19BC-842F-97AB-0BFEB8381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La implementación de pilas, colas y listas es esencial en la formación de un estudiante de programación, ya que estas estructuras se utilizan constantemente en algoritmos y sistemas reales. Desarrollar este proyecto permite: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Comprender el comportamiento interno de cada estructura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Aplicar conceptos de </a:t>
            </a:r>
            <a:r>
              <a:rPr lang="es-MX" b="1" dirty="0"/>
              <a:t>programación orientada a objetos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Reforzar el uso del patrón </a:t>
            </a:r>
            <a:r>
              <a:rPr lang="es-MX" b="1" dirty="0"/>
              <a:t>Modelo–Vista–Controlador (MVC)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Facilitar el aprendizaje mediante una interfaz visual en lugar de solo consola</a:t>
            </a:r>
          </a:p>
          <a:p>
            <a:pPr marL="0" indent="0">
              <a:buNone/>
            </a:pPr>
            <a:r>
              <a:rPr lang="es-MX" dirty="0"/>
              <a:t>Por estas razones, el proyecto representa una herramienta didáctica eficaz para el estudio de estructuras de datos lineales.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7056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145C3-9EB7-6356-0CB0-4956462E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Estructuras lineales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23B8020-3752-C9D4-BBA4-43361B95B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124" y="2214694"/>
            <a:ext cx="5107514" cy="3424237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8ACC5FA-C446-1135-D362-2A99D02FF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819" y="1783180"/>
            <a:ext cx="4332393" cy="461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28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0483D-AEFA-3AB6-1AEA-B29E88C1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-128684"/>
            <a:ext cx="10364451" cy="1596177"/>
          </a:xfrm>
        </p:spPr>
        <p:txBody>
          <a:bodyPr/>
          <a:lstStyle/>
          <a:p>
            <a:r>
              <a:rPr lang="es-MX" dirty="0"/>
              <a:t>Ejecución final de las tres pantallas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EC2418D-12A1-D234-2300-1BA278860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0951" y="1467493"/>
            <a:ext cx="3223933" cy="3424237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7BDEF47-AF23-1D3C-B700-2402F76FF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996" y="1467492"/>
            <a:ext cx="3431407" cy="342423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3A57783-609A-BDD9-15F2-6D61C629D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15" y="1467492"/>
            <a:ext cx="3171824" cy="342423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9FFB41BC-495A-C5BF-5DDA-BD02412C7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82" y="5380672"/>
            <a:ext cx="319940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/>
              <a:t>Último en entrar, primero en salir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/>
              <a:t>Es como una pila de platos: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El último plato que pones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Es el primero que quitas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6770927-67D5-118C-A444-6B0A79912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6112" y="5380672"/>
            <a:ext cx="332623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/>
              <a:t>Primero en entrar, primero en salir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/>
              <a:t>Como una fila: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El primero que llega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/>
              <a:t>Es el primero que se 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123EA96-041D-B71B-4A58-62096982B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8432" y="4891729"/>
            <a:ext cx="306590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Estructura flexible, sin regla estricta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dirty="0"/>
              <a:t>Permite: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Agregar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Eliminar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MX" altLang="es-MX" dirty="0"/>
              <a:t>Manipular datos libremente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382307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9EFDDA-730D-BB49-5808-622CD2C7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CONCLUSION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C59280-734D-8463-F9B5-3CFFEAAAE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En conclusión, el proyecto de </a:t>
            </a:r>
            <a:r>
              <a:rPr lang="es-MX" b="1" dirty="0"/>
              <a:t>estructuras lineales</a:t>
            </a:r>
            <a:r>
              <a:rPr lang="es-MX" dirty="0"/>
              <a:t> permite comprender de manera clara y práctica el funcionamiento de las </a:t>
            </a:r>
            <a:r>
              <a:rPr lang="es-MX" b="1" dirty="0"/>
              <a:t>pilas, colas y listas</a:t>
            </a:r>
            <a:r>
              <a:rPr lang="es-MX" dirty="0"/>
              <a:t>, mostrando cómo se almacenan y manipulan los datos en forma secuencial. La integración de </a:t>
            </a:r>
            <a:r>
              <a:rPr lang="es-MX" b="1" dirty="0" err="1"/>
              <a:t>JavaFX</a:t>
            </a:r>
            <a:r>
              <a:rPr lang="es-MX" dirty="0"/>
              <a:t> mejora la experiencia del usuario, permitiendo interactuar fácilmente con cada estructura.</a:t>
            </a:r>
          </a:p>
          <a:p>
            <a:pPr marL="0" indent="0">
              <a:buNone/>
            </a:pPr>
            <a:r>
              <a:rPr lang="es-MX" dirty="0"/>
              <a:t>La correcta separación entre la lógica del programa y la interfaz gráfica favorece la organización del código y demuestra el uso adecuado de buenas prácticas de programación. Este proyecto fortalece los conocimientos en </a:t>
            </a:r>
            <a:r>
              <a:rPr lang="es-MX" b="1" dirty="0"/>
              <a:t>estructuras de datos</a:t>
            </a:r>
            <a:r>
              <a:rPr lang="es-MX" dirty="0"/>
              <a:t>, </a:t>
            </a:r>
            <a:r>
              <a:rPr lang="es-MX" b="1" dirty="0"/>
              <a:t>programación orientada a objetos</a:t>
            </a:r>
            <a:r>
              <a:rPr lang="es-MX" dirty="0"/>
              <a:t> y </a:t>
            </a:r>
            <a:r>
              <a:rPr lang="es-MX" b="1" dirty="0"/>
              <a:t>desarrollo de interfaces gráficas</a:t>
            </a:r>
            <a:r>
              <a:rPr lang="es-MX" dirty="0"/>
              <a:t>, sirviendo como una base sólida para proyectos más avanzados.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12111892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85</TotalTime>
  <Words>416</Words>
  <Application>Microsoft Office PowerPoint</Application>
  <PresentationFormat>Panorámica</PresentationFormat>
  <Paragraphs>48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Bahnschrift</vt:lpstr>
      <vt:lpstr>Tw Cen MT</vt:lpstr>
      <vt:lpstr>Gota</vt:lpstr>
      <vt:lpstr>Presentación de PowerPoint</vt:lpstr>
      <vt:lpstr>Introducción </vt:lpstr>
      <vt:lpstr>Justificación </vt:lpstr>
      <vt:lpstr>Estructuras lineales</vt:lpstr>
      <vt:lpstr>Ejecución final de las tres pantallas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1</cp:revision>
  <dcterms:created xsi:type="dcterms:W3CDTF">2025-12-14T22:22:59Z</dcterms:created>
  <dcterms:modified xsi:type="dcterms:W3CDTF">2025-12-14T23:48:55Z</dcterms:modified>
</cp:coreProperties>
</file>