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65" r:id="rId4"/>
    <p:sldId id="266" r:id="rId5"/>
    <p:sldId id="267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43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29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4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347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76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99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555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82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4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523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32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260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9387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9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177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486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89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E60E8F0-E53A-4538-9703-51547DDCF772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9C127F-769D-4A71-92CE-ED3888696C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219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7F12B1-67D0-09DC-0622-5777C45B66D1}"/>
              </a:ext>
            </a:extLst>
          </p:cNvPr>
          <p:cNvSpPr txBox="1"/>
          <p:nvPr/>
        </p:nvSpPr>
        <p:spPr>
          <a:xfrm>
            <a:off x="3079680" y="1579973"/>
            <a:ext cx="5848564" cy="5411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Instituto Tecnológico de Frontera Comalapa</a:t>
            </a:r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Modalidad Mixta</a:t>
            </a:r>
          </a:p>
          <a:p>
            <a:pPr algn="ctr" rtl="0"/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Materia: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Estructura </a:t>
            </a:r>
            <a:r>
              <a:rPr lang="es-MX" sz="1600" b="0" i="0">
                <a:effectLst/>
                <a:latin typeface="Bahnschrift" panose="020B0502040204020203" pitchFamily="34" charset="0"/>
              </a:rPr>
              <a:t>de Datos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Semestre: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Quinto semestre </a:t>
            </a: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Especialidad: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Ingeniería en Sistemas Computacionales.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alumno: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/>
            <a:r>
              <a:rPr lang="es-MX" sz="1600" b="0" i="0" dirty="0">
                <a:effectLst/>
                <a:latin typeface="Bahnschrift" panose="020B0502040204020203" pitchFamily="34" charset="0"/>
              </a:rPr>
              <a:t>Cynthia Jasmine Morales Torres/231260014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docente: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Ing. Francisco Javier Mingo Velázquez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trabajo: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2.2 PRACTICA DE RECURSIVIDAD</a:t>
            </a: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Fecha de entrega: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Frontera Comalapa, Chiapas. A 27 de Octubre de 2025</a:t>
            </a:r>
            <a:endParaRPr lang="es-MX" sz="16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6EE9D4D-AFA0-4C95-D622-16E8BE86E40F}"/>
              </a:ext>
            </a:extLst>
          </p:cNvPr>
          <p:cNvSpPr/>
          <p:nvPr/>
        </p:nvSpPr>
        <p:spPr>
          <a:xfrm>
            <a:off x="2149354" y="282918"/>
            <a:ext cx="2207213" cy="943199"/>
          </a:xfrm>
          <a:custGeom>
            <a:avLst/>
            <a:gdLst/>
            <a:ahLst/>
            <a:cxnLst/>
            <a:rect l="l" t="t" r="r" b="b"/>
            <a:pathLst>
              <a:path w="2207213" h="943199">
                <a:moveTo>
                  <a:pt x="0" y="0"/>
                </a:moveTo>
                <a:lnTo>
                  <a:pt x="2207213" y="0"/>
                </a:lnTo>
                <a:lnTo>
                  <a:pt x="2207213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87BABE2C-E15D-FBD4-CAC4-4E39F0A71D96}"/>
              </a:ext>
            </a:extLst>
          </p:cNvPr>
          <p:cNvSpPr/>
          <p:nvPr/>
        </p:nvSpPr>
        <p:spPr>
          <a:xfrm>
            <a:off x="8621238" y="282918"/>
            <a:ext cx="1421408" cy="943199"/>
          </a:xfrm>
          <a:custGeom>
            <a:avLst/>
            <a:gdLst/>
            <a:ahLst/>
            <a:cxnLst/>
            <a:rect l="l" t="t" r="r" b="b"/>
            <a:pathLst>
              <a:path w="1421408" h="1163491">
                <a:moveTo>
                  <a:pt x="0" y="0"/>
                </a:moveTo>
                <a:lnTo>
                  <a:pt x="1421408" y="0"/>
                </a:lnTo>
                <a:lnTo>
                  <a:pt x="1421408" y="1163491"/>
                </a:lnTo>
                <a:lnTo>
                  <a:pt x="0" y="116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FA5133A-2972-A1C4-17F7-1F91F86DB1A0}"/>
              </a:ext>
            </a:extLst>
          </p:cNvPr>
          <p:cNvSpPr/>
          <p:nvPr/>
        </p:nvSpPr>
        <p:spPr>
          <a:xfrm>
            <a:off x="4649462" y="432016"/>
            <a:ext cx="3117507" cy="645001"/>
          </a:xfrm>
          <a:custGeom>
            <a:avLst/>
            <a:gdLst/>
            <a:ahLst/>
            <a:cxnLst/>
            <a:rect l="l" t="t" r="r" b="b"/>
            <a:pathLst>
              <a:path w="3117507" h="645001">
                <a:moveTo>
                  <a:pt x="0" y="0"/>
                </a:moveTo>
                <a:lnTo>
                  <a:pt x="3117506" y="0"/>
                </a:lnTo>
                <a:lnTo>
                  <a:pt x="3117506" y="645002"/>
                </a:lnTo>
                <a:lnTo>
                  <a:pt x="0" y="64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9913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7D4D5-9462-5C98-19B0-3CB94E81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1C6637-0A12-F1C7-E1D6-8837CB450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</a:t>
            </a:r>
            <a:r>
              <a:rPr lang="es-MX" b="1" dirty="0"/>
              <a:t>recursividad</a:t>
            </a:r>
            <a:r>
              <a:rPr lang="es-MX" dirty="0"/>
              <a:t> es uno de los conceptos más elegantes y poderosos en la informática. No es un simple truco de programación, sino una forma fundamental de </a:t>
            </a:r>
            <a:r>
              <a:rPr lang="es-MX" b="1" dirty="0"/>
              <a:t>pensamiento algorítmico</a:t>
            </a:r>
            <a:r>
              <a:rPr lang="es-MX" dirty="0"/>
              <a:t> donde la solución a un problema se basa en la solución de versiones más pequeñas de ese mismo problema.</a:t>
            </a:r>
          </a:p>
        </p:txBody>
      </p:sp>
    </p:spTree>
    <p:extLst>
      <p:ext uri="{BB962C8B-B14F-4D97-AF65-F5344CB8AC3E}">
        <p14:creationId xmlns:p14="http://schemas.microsoft.com/office/powerpoint/2010/main" val="287358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46752-80D8-CFCA-CE48-9D33BA18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Clase Factorial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A24556A-4D7A-30FF-78EC-14CC7AC8B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045" y="2489501"/>
            <a:ext cx="5048955" cy="2857899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6659D86-CCB1-A306-7CD5-88F5CBC9C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050" y="2492963"/>
            <a:ext cx="521244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/>
              <a:t>La clase Factorial se encarga únicamente de calcular el factorial de un número utilizando recursividad.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/>
              <a:t>¿Cómo funciona?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MX" altLang="es-MX" sz="2000" dirty="0"/>
              <a:t>Recibe un número entero.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s-MX" altLang="es-MX" sz="2000" dirty="0"/>
              <a:t>Verifica el caso base: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2000" dirty="0"/>
              <a:t>Si el número es 0, regresa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s-MX" altLang="es-MX" sz="2000" dirty="0"/>
              <a:t>Si no es el caso base: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2000" dirty="0"/>
              <a:t>Se llama a sí misma restando 1 al número.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s-MX" altLang="es-MX" sz="2000" dirty="0"/>
              <a:t>Multiplica el número actual por el resultado de la llamada recursiva.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000" dirty="0"/>
          </a:p>
        </p:txBody>
      </p:sp>
    </p:spTree>
    <p:extLst>
      <p:ext uri="{BB962C8B-B14F-4D97-AF65-F5344CB8AC3E}">
        <p14:creationId xmlns:p14="http://schemas.microsoft.com/office/powerpoint/2010/main" val="270560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48501-DC60-B5CC-5F29-2100823D2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Clase </a:t>
            </a:r>
            <a:r>
              <a:rPr lang="es-MX" dirty="0" err="1"/>
              <a:t>fibonacci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2C53735-A73F-CD8C-A463-C365D11C6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508" y="2575158"/>
            <a:ext cx="4735550" cy="3300710"/>
          </a:xfr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602C42C-0898-B1F3-EF1F-C22E616D2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899" y="2650653"/>
            <a:ext cx="58459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La clase Fibonacci calcula un número de la serie de Fibonacci usando recursividad.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MX" altLang="es-MX" dirty="0"/>
              <a:t>Recibe una posición 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s-MX" altLang="es-MX" dirty="0"/>
              <a:t>Verifica los casos base: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Si n es 0, regresa 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Si n es 1, regresa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s-MX" altLang="es-MX" dirty="0"/>
              <a:t>Para otros valores: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Se llama a sí misma dos veces: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fibonacci</a:t>
            </a:r>
            <a:r>
              <a:rPr lang="es-MX" altLang="es-MX" dirty="0"/>
              <a:t>(n-1)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fibonacci</a:t>
            </a:r>
            <a:r>
              <a:rPr lang="es-MX" altLang="es-MX" dirty="0"/>
              <a:t>(n-2)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s-MX" altLang="es-MX" dirty="0"/>
              <a:t>Suma ambos resultados y los devuelve.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690390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A4707-4ADC-B868-0C68-DD83D7D2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Clase suma recursividad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2ED082A-AABB-642F-DBBD-75581931F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467179"/>
            <a:ext cx="4953691" cy="2943636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E1E5D3C-D177-DA95-01EE-8E5E13DF2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090" y="2333685"/>
            <a:ext cx="477748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400"/>
              <a:t>La clase SumaRecursiva calcula la suma de los números desde 1 hasta n, usando recursividad.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400"/>
              <a:t>¿Cómo funciona?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MX" altLang="es-MX" sz="2400"/>
              <a:t>Recibe un número 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s-MX" altLang="es-MX" sz="2400"/>
              <a:t>Define el caso base: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2400"/>
              <a:t>Si n es 0, devuelve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s-MX" altLang="es-MX" sz="2400"/>
              <a:t>Si no: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2400"/>
              <a:t>Se llama a sí misma restando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s-MX" altLang="es-MX" sz="2400"/>
              <a:t>Suma el valor actual con el resultado anterior.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2400"/>
          </a:p>
        </p:txBody>
      </p:sp>
    </p:spTree>
    <p:extLst>
      <p:ext uri="{BB962C8B-B14F-4D97-AF65-F5344CB8AC3E}">
        <p14:creationId xmlns:p14="http://schemas.microsoft.com/office/powerpoint/2010/main" val="235148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EEDE3-890B-98B9-7ECD-3B76A3FB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de la ejecución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B097FE0-9009-4275-2E87-0B78E701B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575" y="2552061"/>
            <a:ext cx="3705107" cy="3317875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079B5A9-A636-E738-CB52-3E57B62D2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733" y="2455036"/>
            <a:ext cx="3249761" cy="35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6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B6945F5F-2B29-E2C8-3F64-766E9FBE5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04" y="2748423"/>
            <a:ext cx="3045792" cy="33133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15A72B1-F772-7C26-BB67-B5EE4E607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012" y="2709203"/>
            <a:ext cx="3018585" cy="33133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22DF796-FE58-2A6F-DF18-76F2BD8A9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307" y="2709202"/>
            <a:ext cx="3035934" cy="331332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E2D756D-458B-8F90-2CD9-3E26AD4579FC}"/>
              </a:ext>
            </a:extLst>
          </p:cNvPr>
          <p:cNvSpPr txBox="1"/>
          <p:nvPr/>
        </p:nvSpPr>
        <p:spPr>
          <a:xfrm>
            <a:off x="3047144" y="835468"/>
            <a:ext cx="6097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Las tres clases trabajan en conjunto para crear una aplicación ordenada, donde cada parte tiene una función clara: mostrar, controlar y calcular. Esto hace que el programa sea más fácil de entender y mantener.</a:t>
            </a:r>
          </a:p>
        </p:txBody>
      </p:sp>
    </p:spTree>
    <p:extLst>
      <p:ext uri="{BB962C8B-B14F-4D97-AF65-F5344CB8AC3E}">
        <p14:creationId xmlns:p14="http://schemas.microsoft.com/office/powerpoint/2010/main" val="11536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2355F-6854-6C1B-2C4A-2DBA485F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EC658-809B-0D0D-1390-AC5CD1659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En conclusión, el proyecto desarrollado permite comprender de manera práctica el uso de la </a:t>
            </a:r>
            <a:r>
              <a:rPr lang="es-MX" b="1" dirty="0"/>
              <a:t>recursividad en Java</a:t>
            </a:r>
            <a:r>
              <a:rPr lang="es-MX" dirty="0"/>
              <a:t>, aplicándola a problemas clásicos como el </a:t>
            </a:r>
            <a:r>
              <a:rPr lang="es-MX" b="1" dirty="0"/>
              <a:t>cálculo del factorial</a:t>
            </a:r>
            <a:r>
              <a:rPr lang="es-MX" dirty="0"/>
              <a:t>, la </a:t>
            </a:r>
            <a:r>
              <a:rPr lang="es-MX" b="1" dirty="0"/>
              <a:t>serie de Fibonacci</a:t>
            </a:r>
            <a:r>
              <a:rPr lang="es-MX" dirty="0"/>
              <a:t> y la </a:t>
            </a:r>
            <a:r>
              <a:rPr lang="es-MX" b="1" dirty="0"/>
              <a:t>suma recursiva</a:t>
            </a:r>
            <a:r>
              <a:rPr lang="es-MX" dirty="0"/>
              <a:t>. Mediante la implementación de una </a:t>
            </a:r>
            <a:r>
              <a:rPr lang="es-MX" b="1" dirty="0"/>
              <a:t>interfaz gráfica con </a:t>
            </a:r>
            <a:r>
              <a:rPr lang="es-MX" b="1" dirty="0" err="1"/>
              <a:t>JavaFX</a:t>
            </a:r>
            <a:r>
              <a:rPr lang="es-MX" dirty="0"/>
              <a:t>, se facilita la interacción del usuario y se refuerza el aprendizaje al visualizar los resultados de forma inmediata.</a:t>
            </a:r>
          </a:p>
        </p:txBody>
      </p:sp>
    </p:spTree>
    <p:extLst>
      <p:ext uri="{BB962C8B-B14F-4D97-AF65-F5344CB8AC3E}">
        <p14:creationId xmlns:p14="http://schemas.microsoft.com/office/powerpoint/2010/main" val="4213907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534</TotalTime>
  <Words>429</Words>
  <Application>Microsoft Office PowerPoint</Application>
  <PresentationFormat>Panorámica</PresentationFormat>
  <Paragraphs>56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Bahnschrift</vt:lpstr>
      <vt:lpstr>Garamond</vt:lpstr>
      <vt:lpstr>Orgánico</vt:lpstr>
      <vt:lpstr>Presentación de PowerPoint</vt:lpstr>
      <vt:lpstr>Introducción </vt:lpstr>
      <vt:lpstr>Clase Factorial </vt:lpstr>
      <vt:lpstr>Clase fibonacci</vt:lpstr>
      <vt:lpstr>Clase suma recursividad</vt:lpstr>
      <vt:lpstr>Resultados de la ejecución </vt:lpstr>
      <vt:lpstr>Presentación de PowerPoint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5</cp:revision>
  <dcterms:created xsi:type="dcterms:W3CDTF">2025-11-25T03:59:59Z</dcterms:created>
  <dcterms:modified xsi:type="dcterms:W3CDTF">2025-12-14T22:12:06Z</dcterms:modified>
</cp:coreProperties>
</file>