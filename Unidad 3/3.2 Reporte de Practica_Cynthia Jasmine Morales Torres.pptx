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1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93105" y="802298"/>
            <a:ext cx="8561747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93106" y="3531204"/>
            <a:ext cx="8561746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93105" y="329307"/>
            <a:ext cx="4897310" cy="309201"/>
          </a:xfrm>
        </p:spPr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8" name="Straight Connector 7"/>
          <p:cNvCxnSpPr/>
          <p:nvPr/>
        </p:nvCxnSpPr>
        <p:spPr>
          <a:xfrm>
            <a:off x="2334637" y="798973"/>
            <a:ext cx="0" cy="2544756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079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8" name="Straight Connector 7"/>
          <p:cNvCxnSpPr/>
          <p:nvPr/>
        </p:nvCxnSpPr>
        <p:spPr>
          <a:xfrm>
            <a:off x="1371687" y="798973"/>
            <a:ext cx="0" cy="1067168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875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813" y="1756130"/>
            <a:ext cx="8562580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34695" y="3806195"/>
            <a:ext cx="8549990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8" name="Straight Connector 7"/>
          <p:cNvCxnSpPr/>
          <p:nvPr/>
        </p:nvCxnSpPr>
        <p:spPr>
          <a:xfrm>
            <a:off x="1371687" y="798973"/>
            <a:ext cx="0" cy="2845107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4231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695" y="804889"/>
            <a:ext cx="9520157" cy="105930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34695" y="2010878"/>
            <a:ext cx="4608576" cy="343814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54793" y="2017343"/>
            <a:ext cx="4604130" cy="344152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9" name="Straight Connector 8"/>
          <p:cNvCxnSpPr/>
          <p:nvPr/>
        </p:nvCxnSpPr>
        <p:spPr>
          <a:xfrm>
            <a:off x="1371687" y="798973"/>
            <a:ext cx="0" cy="1067168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3639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695" y="804163"/>
            <a:ext cx="9520157" cy="105631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34695" y="2019549"/>
            <a:ext cx="460857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4695" y="2824269"/>
            <a:ext cx="4608576" cy="264445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4791" y="2023003"/>
            <a:ext cx="4608576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4792" y="2821491"/>
            <a:ext cx="4608576" cy="263737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11" name="Straight Connector 10"/>
          <p:cNvCxnSpPr/>
          <p:nvPr/>
        </p:nvCxnSpPr>
        <p:spPr>
          <a:xfrm>
            <a:off x="1371687" y="798973"/>
            <a:ext cx="0" cy="1067168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27846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7" name="Straight Connector 6"/>
          <p:cNvCxnSpPr/>
          <p:nvPr/>
        </p:nvCxnSpPr>
        <p:spPr>
          <a:xfrm>
            <a:off x="1371687" y="798973"/>
            <a:ext cx="0" cy="1067168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56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42343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642" y="798973"/>
            <a:ext cx="3183128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34695" y="3205491"/>
            <a:ext cx="3184989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9" name="Straight Connector 8"/>
          <p:cNvCxnSpPr/>
          <p:nvPr/>
        </p:nvCxnSpPr>
        <p:spPr>
          <a:xfrm>
            <a:off x="1371687" y="798973"/>
            <a:ext cx="0" cy="2247117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304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chemeClr val="bg2">
                    <a:lumMod val="10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 prstMaterial="matte">
              <a:bevelT w="133350" h="50800" prst="divo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5694" y="1129513"/>
            <a:ext cx="5447840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34695" y="3145992"/>
            <a:ext cx="5440037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34695" y="5469856"/>
            <a:ext cx="5440038" cy="320123"/>
          </a:xfrm>
        </p:spPr>
        <p:txBody>
          <a:bodyPr/>
          <a:lstStyle>
            <a:lvl1pPr algn="l">
              <a:defRPr/>
            </a:lvl1pPr>
          </a:lstStyle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34910" y="318640"/>
            <a:ext cx="5453475" cy="320931"/>
          </a:xfrm>
        </p:spPr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71687" y="798973"/>
            <a:ext cx="0" cy="2161124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03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8" name="Straight Connector 7"/>
          <p:cNvCxnSpPr/>
          <p:nvPr/>
        </p:nvCxnSpPr>
        <p:spPr>
          <a:xfrm>
            <a:off x="1371687" y="798973"/>
            <a:ext cx="0" cy="1067168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7391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883863"/>
            <a:ext cx="1615742" cy="45749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34694" y="883863"/>
            <a:ext cx="7738807" cy="457499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9439111" y="719272"/>
            <a:ext cx="1615742" cy="0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284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2015732"/>
            <a:ext cx="12192000" cy="4118829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/>
          <a:srcRect t="2769" b="-2769"/>
          <a:stretch/>
        </p:blipFill>
        <p:spPr>
          <a:xfrm>
            <a:off x="0" y="6135624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34696" y="804519"/>
            <a:ext cx="9520158" cy="10492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34696" y="2015732"/>
            <a:ext cx="9520158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A63ED-A474-4EED-92B8-EA8361CA006A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34695" y="329307"/>
            <a:ext cx="5855719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12" name="Straight Connector 11"/>
          <p:cNvCxnSpPr/>
          <p:nvPr/>
        </p:nvCxnSpPr>
        <p:spPr>
          <a:xfrm>
            <a:off x="0" y="6141705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63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  <p:sldLayoutId id="214748375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3E5793E7-32E5-ACDF-0A9A-437A405C47C9}"/>
              </a:ext>
            </a:extLst>
          </p:cNvPr>
          <p:cNvSpPr txBox="1"/>
          <p:nvPr/>
        </p:nvSpPr>
        <p:spPr>
          <a:xfrm>
            <a:off x="3047144" y="1692989"/>
            <a:ext cx="609771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lang="es-MX" sz="1600" b="1" i="0" dirty="0">
                <a:effectLst/>
                <a:latin typeface="Bahnschrift" panose="020B0502040204020203" pitchFamily="34" charset="0"/>
              </a:rPr>
              <a:t>Instituto Tecnológico de Frontera Comalapa</a:t>
            </a:r>
            <a:endParaRPr lang="es-MX" sz="1600" b="1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1" i="0" dirty="0">
                <a:effectLst/>
                <a:latin typeface="Bahnschrift" panose="020B0502040204020203" pitchFamily="34" charset="0"/>
              </a:rPr>
              <a:t>Modalidad Mixta</a:t>
            </a:r>
          </a:p>
          <a:p>
            <a:pPr algn="ctr" rtl="0"/>
            <a:endParaRPr lang="es-MX" sz="1600" b="1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Materia: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Redes De Computadoras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Semestre: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Quinto semestre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Especialidad: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Ingeniería en Sistemas Computacionales.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alumno: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/>
            <a:r>
              <a:rPr lang="es-MX" sz="1600" b="0" i="0" dirty="0">
                <a:effectLst/>
                <a:latin typeface="Bahnschrift" panose="020B0502040204020203" pitchFamily="34" charset="0"/>
              </a:rPr>
              <a:t>Cynthia Jasmine Morales Torres/231260014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docente: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Ing. Francisco Javier Mingo Velázquez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trabajo: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3.2 REPORTE DE PRACTICA</a:t>
            </a:r>
          </a:p>
          <a:p>
            <a:pPr algn="ctr" rtl="0"/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endParaRPr lang="es-MX" sz="1600" dirty="0">
              <a:latin typeface="Bahnschrift" panose="020B0502040204020203" pitchFamily="34" charset="0"/>
            </a:endParaRPr>
          </a:p>
          <a:p>
            <a:pPr algn="ctr" rtl="0"/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Fecha de entrega: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Frontera Comalapa, Chiapas. A </a:t>
            </a:r>
            <a:r>
              <a:rPr lang="es-MX" sz="1600" dirty="0">
                <a:latin typeface="Bahnschrift" panose="020B0502040204020203" pitchFamily="34" charset="0"/>
              </a:rPr>
              <a:t>12</a:t>
            </a:r>
            <a:r>
              <a:rPr lang="es-MX" sz="1600" b="0" i="0" dirty="0">
                <a:effectLst/>
                <a:latin typeface="Bahnschrift" panose="020B0502040204020203" pitchFamily="34" charset="0"/>
              </a:rPr>
              <a:t> de noviembre de 2025</a:t>
            </a:r>
            <a:endParaRPr lang="es-MX" sz="1600" dirty="0">
              <a:effectLst/>
              <a:latin typeface="Bahnschrift" panose="020B0502040204020203" pitchFamily="34" charset="0"/>
            </a:endParaRPr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DC34335D-5D13-7AD4-2A80-01B7CEB108CA}"/>
              </a:ext>
            </a:extLst>
          </p:cNvPr>
          <p:cNvSpPr/>
          <p:nvPr/>
        </p:nvSpPr>
        <p:spPr>
          <a:xfrm>
            <a:off x="2149354" y="282918"/>
            <a:ext cx="2207213" cy="943199"/>
          </a:xfrm>
          <a:custGeom>
            <a:avLst/>
            <a:gdLst/>
            <a:ahLst/>
            <a:cxnLst/>
            <a:rect l="l" t="t" r="r" b="b"/>
            <a:pathLst>
              <a:path w="2207213" h="943199">
                <a:moveTo>
                  <a:pt x="0" y="0"/>
                </a:moveTo>
                <a:lnTo>
                  <a:pt x="2207213" y="0"/>
                </a:lnTo>
                <a:lnTo>
                  <a:pt x="2207213" y="943198"/>
                </a:lnTo>
                <a:lnTo>
                  <a:pt x="0" y="9431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4">
            <a:extLst>
              <a:ext uri="{FF2B5EF4-FFF2-40B4-BE49-F238E27FC236}">
                <a16:creationId xmlns:a16="http://schemas.microsoft.com/office/drawing/2014/main" id="{55B97E20-BC9A-0F10-1E1F-83BF254722DC}"/>
              </a:ext>
            </a:extLst>
          </p:cNvPr>
          <p:cNvSpPr/>
          <p:nvPr/>
        </p:nvSpPr>
        <p:spPr>
          <a:xfrm>
            <a:off x="8621238" y="282918"/>
            <a:ext cx="1421408" cy="943199"/>
          </a:xfrm>
          <a:custGeom>
            <a:avLst/>
            <a:gdLst/>
            <a:ahLst/>
            <a:cxnLst/>
            <a:rect l="l" t="t" r="r" b="b"/>
            <a:pathLst>
              <a:path w="1421408" h="1163491">
                <a:moveTo>
                  <a:pt x="0" y="0"/>
                </a:moveTo>
                <a:lnTo>
                  <a:pt x="1421408" y="0"/>
                </a:lnTo>
                <a:lnTo>
                  <a:pt x="1421408" y="1163491"/>
                </a:lnTo>
                <a:lnTo>
                  <a:pt x="0" y="11634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226D117C-9FE2-12AC-B607-400B85D7FFF4}"/>
              </a:ext>
            </a:extLst>
          </p:cNvPr>
          <p:cNvSpPr/>
          <p:nvPr/>
        </p:nvSpPr>
        <p:spPr>
          <a:xfrm>
            <a:off x="4649462" y="432016"/>
            <a:ext cx="3117507" cy="645001"/>
          </a:xfrm>
          <a:custGeom>
            <a:avLst/>
            <a:gdLst/>
            <a:ahLst/>
            <a:cxnLst/>
            <a:rect l="l" t="t" r="r" b="b"/>
            <a:pathLst>
              <a:path w="3117507" h="645001">
                <a:moveTo>
                  <a:pt x="0" y="0"/>
                </a:moveTo>
                <a:lnTo>
                  <a:pt x="3117506" y="0"/>
                </a:lnTo>
                <a:lnTo>
                  <a:pt x="3117506" y="645002"/>
                </a:lnTo>
                <a:lnTo>
                  <a:pt x="0" y="6450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325238199"/>
      </p:ext>
    </p:extLst>
  </p:cSld>
  <p:clrMapOvr>
    <a:masterClrMapping/>
  </p:clrMapOvr>
</p:sld>
</file>

<file path=ppt/theme/theme1.xml><?xml version="1.0" encoding="utf-8"?>
<a:theme xmlns:a="http://schemas.openxmlformats.org/drawingml/2006/main" name="Galería">
  <a:themeElements>
    <a:clrScheme name="Galería">
      <a:dk1>
        <a:sysClr val="windowText" lastClr="000000"/>
      </a:dk1>
      <a:lt1>
        <a:sysClr val="window" lastClr="FFFFFF"/>
      </a:lt1>
      <a:dk2>
        <a:srgbClr val="454545"/>
      </a:dk2>
      <a:lt2>
        <a:srgbClr val="EDEBE7"/>
      </a:lt2>
      <a:accent1>
        <a:srgbClr val="5FA534"/>
      </a:accent1>
      <a:accent2>
        <a:srgbClr val="DCAB34"/>
      </a:accent2>
      <a:accent3>
        <a:srgbClr val="D26D23"/>
      </a:accent3>
      <a:accent4>
        <a:srgbClr val="972323"/>
      </a:accent4>
      <a:accent5>
        <a:srgbClr val="236797"/>
      </a:accent5>
      <a:accent6>
        <a:srgbClr val="2FB6C6"/>
      </a:accent6>
      <a:hlink>
        <a:srgbClr val="8FC639"/>
      </a:hlink>
      <a:folHlink>
        <a:srgbClr val="E7C272"/>
      </a:folHlink>
    </a:clrScheme>
    <a:fontScheme name="Galería">
      <a:majorFont>
        <a:latin typeface="Palatino Linotype" panose="020405020505050303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AC464412-510E-4F2B-8947-A0DDBD02899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Galería</Template>
  <TotalTime>3</TotalTime>
  <Words>66</Words>
  <Application>Microsoft Office PowerPoint</Application>
  <PresentationFormat>Panorámica</PresentationFormat>
  <Paragraphs>20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Bahnschrift</vt:lpstr>
      <vt:lpstr>Palatino Linotype</vt:lpstr>
      <vt:lpstr>Galería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1</cp:revision>
  <dcterms:created xsi:type="dcterms:W3CDTF">2025-11-25T18:10:59Z</dcterms:created>
  <dcterms:modified xsi:type="dcterms:W3CDTF">2025-11-25T18:14:41Z</dcterms:modified>
</cp:coreProperties>
</file>