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62" r:id="rId5"/>
    <p:sldId id="263" r:id="rId6"/>
    <p:sldId id="264" r:id="rId7"/>
    <p:sldId id="261" r:id="rId8"/>
  </p:sldIdLst>
  <p:sldSz cx="9144000" cy="6858000" type="screen4x3"/>
  <p:notesSz cx="6858000" cy="9144000"/>
  <p:defaultTextStyle>
    <a:defPPr>
      <a:defRPr lang="en-US"/>
    </a:defPPr>
    <a:lvl1pPr marL="0" algn="l" defTabSz="457132" rtl="0" eaLnBrk="1" latinLnBrk="0" hangingPunct="1">
      <a:defRPr sz="1799" kern="1200">
        <a:solidFill>
          <a:schemeClr val="tx1"/>
        </a:solidFill>
        <a:latin typeface="+mn-lt"/>
        <a:ea typeface="+mn-ea"/>
        <a:cs typeface="+mn-cs"/>
      </a:defRPr>
    </a:lvl1pPr>
    <a:lvl2pPr marL="457132" algn="l" defTabSz="457132" rtl="0" eaLnBrk="1" latinLnBrk="0" hangingPunct="1">
      <a:defRPr sz="1799" kern="1200">
        <a:solidFill>
          <a:schemeClr val="tx1"/>
        </a:solidFill>
        <a:latin typeface="+mn-lt"/>
        <a:ea typeface="+mn-ea"/>
        <a:cs typeface="+mn-cs"/>
      </a:defRPr>
    </a:lvl2pPr>
    <a:lvl3pPr marL="914265" algn="l" defTabSz="457132" rtl="0" eaLnBrk="1" latinLnBrk="0" hangingPunct="1">
      <a:defRPr sz="1799" kern="1200">
        <a:solidFill>
          <a:schemeClr val="tx1"/>
        </a:solidFill>
        <a:latin typeface="+mn-lt"/>
        <a:ea typeface="+mn-ea"/>
        <a:cs typeface="+mn-cs"/>
      </a:defRPr>
    </a:lvl3pPr>
    <a:lvl4pPr marL="1371397" algn="l" defTabSz="457132" rtl="0" eaLnBrk="1" latinLnBrk="0" hangingPunct="1">
      <a:defRPr sz="1799" kern="1200">
        <a:solidFill>
          <a:schemeClr val="tx1"/>
        </a:solidFill>
        <a:latin typeface="+mn-lt"/>
        <a:ea typeface="+mn-ea"/>
        <a:cs typeface="+mn-cs"/>
      </a:defRPr>
    </a:lvl4pPr>
    <a:lvl5pPr marL="1828530" algn="l" defTabSz="457132" rtl="0" eaLnBrk="1" latinLnBrk="0" hangingPunct="1">
      <a:defRPr sz="1799" kern="1200">
        <a:solidFill>
          <a:schemeClr val="tx1"/>
        </a:solidFill>
        <a:latin typeface="+mn-lt"/>
        <a:ea typeface="+mn-ea"/>
        <a:cs typeface="+mn-cs"/>
      </a:defRPr>
    </a:lvl5pPr>
    <a:lvl6pPr marL="2285662" algn="l" defTabSz="457132" rtl="0" eaLnBrk="1" latinLnBrk="0" hangingPunct="1">
      <a:defRPr sz="1799" kern="1200">
        <a:solidFill>
          <a:schemeClr val="tx1"/>
        </a:solidFill>
        <a:latin typeface="+mn-lt"/>
        <a:ea typeface="+mn-ea"/>
        <a:cs typeface="+mn-cs"/>
      </a:defRPr>
    </a:lvl6pPr>
    <a:lvl7pPr marL="2742795" algn="l" defTabSz="457132" rtl="0" eaLnBrk="1" latinLnBrk="0" hangingPunct="1">
      <a:defRPr sz="1799" kern="1200">
        <a:solidFill>
          <a:schemeClr val="tx1"/>
        </a:solidFill>
        <a:latin typeface="+mn-lt"/>
        <a:ea typeface="+mn-ea"/>
        <a:cs typeface="+mn-cs"/>
      </a:defRPr>
    </a:lvl7pPr>
    <a:lvl8pPr marL="3199927" algn="l" defTabSz="457132" rtl="0" eaLnBrk="1" latinLnBrk="0" hangingPunct="1">
      <a:defRPr sz="1799" kern="1200">
        <a:solidFill>
          <a:schemeClr val="tx1"/>
        </a:solidFill>
        <a:latin typeface="+mn-lt"/>
        <a:ea typeface="+mn-ea"/>
        <a:cs typeface="+mn-cs"/>
      </a:defRPr>
    </a:lvl8pPr>
    <a:lvl9pPr marL="3657060" algn="l" defTabSz="457132" rtl="0" eaLnBrk="1" latinLnBrk="0" hangingPunct="1">
      <a:defRPr sz="1799"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2" d="100"/>
          <a:sy n="62" d="100"/>
        </p:scale>
        <p:origin x="1400" y="3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4"/>
            <a:ext cx="7772400" cy="2387600"/>
          </a:xfrm>
        </p:spPr>
        <p:txBody>
          <a:bodyPr anchor="b"/>
          <a:lstStyle>
            <a:lvl1pPr algn="ctr">
              <a:defRPr sz="6000"/>
            </a:lvl1pPr>
          </a:lstStyle>
          <a:p>
            <a:r>
              <a:rPr lang="es-ES"/>
              <a:t>Haga clic para modificar el estilo de título del patrón</a:t>
            </a:r>
            <a:endParaRPr lang="en-US" dirty="0"/>
          </a:p>
        </p:txBody>
      </p:sp>
      <p:sp>
        <p:nvSpPr>
          <p:cNvPr id="3" name="Subtitle 2"/>
          <p:cNvSpPr>
            <a:spLocks noGrp="1"/>
          </p:cNvSpPr>
          <p:nvPr>
            <p:ph type="subTitle" idx="1"/>
          </p:nvPr>
        </p:nvSpPr>
        <p:spPr>
          <a:xfrm>
            <a:off x="1143001" y="3602038"/>
            <a:ext cx="6858000" cy="1655762"/>
          </a:xfrm>
        </p:spPr>
        <p:txBody>
          <a:bodyPr/>
          <a:lstStyle>
            <a:lvl1pPr marL="0" indent="0" algn="ctr">
              <a:buNone/>
              <a:defRPr sz="2400"/>
            </a:lvl1pPr>
            <a:lvl2pPr marL="457172" indent="0" algn="ctr">
              <a:buNone/>
              <a:defRPr sz="2000"/>
            </a:lvl2pPr>
            <a:lvl3pPr marL="914344" indent="0" algn="ctr">
              <a:buNone/>
              <a:defRPr sz="1800"/>
            </a:lvl3pPr>
            <a:lvl4pPr marL="1371516" indent="0" algn="ctr">
              <a:buNone/>
              <a:defRPr sz="1599"/>
            </a:lvl4pPr>
            <a:lvl5pPr marL="1828689" indent="0" algn="ctr">
              <a:buNone/>
              <a:defRPr sz="1599"/>
            </a:lvl5pPr>
            <a:lvl6pPr marL="2285861" indent="0" algn="ctr">
              <a:buNone/>
              <a:defRPr sz="1599"/>
            </a:lvl6pPr>
            <a:lvl7pPr marL="2743033" indent="0" algn="ctr">
              <a:buNone/>
              <a:defRPr sz="1599"/>
            </a:lvl7pPr>
            <a:lvl8pPr marL="3200205" indent="0" algn="ctr">
              <a:buNone/>
              <a:defRPr sz="1599"/>
            </a:lvl8pPr>
            <a:lvl9pPr marL="3657377" indent="0" algn="ctr">
              <a:buNone/>
              <a:defRPr sz="1599"/>
            </a:lvl9pPr>
          </a:lstStyle>
          <a:p>
            <a:r>
              <a:rPr lang="es-ES"/>
              <a:t>Haga clic para modificar el estilo de subtítulo del patrón</a:t>
            </a:r>
            <a:endParaRPr lang="en-US" dirty="0"/>
          </a:p>
        </p:txBody>
      </p:sp>
      <p:sp>
        <p:nvSpPr>
          <p:cNvPr id="4" name="Date Placeholder 3"/>
          <p:cNvSpPr>
            <a:spLocks noGrp="1"/>
          </p:cNvSpPr>
          <p:nvPr>
            <p:ph type="dt" sz="half" idx="10"/>
          </p:nvPr>
        </p:nvSpPr>
        <p:spPr/>
        <p:txBody>
          <a:bodyPr/>
          <a:lstStyle/>
          <a:p>
            <a:fld id="{52016FA4-11BF-4BAD-93B0-8318A5E93998}" type="datetimeFigureOut">
              <a:rPr lang="es-MX" smtClean="0"/>
              <a:t>14/12/2025</a:t>
            </a:fld>
            <a:endParaRPr lang="es-MX"/>
          </a:p>
        </p:txBody>
      </p:sp>
      <p:sp>
        <p:nvSpPr>
          <p:cNvPr id="5" name="Footer Placeholder 4"/>
          <p:cNvSpPr>
            <a:spLocks noGrp="1"/>
          </p:cNvSpPr>
          <p:nvPr>
            <p:ph type="ftr" sz="quarter" idx="11"/>
          </p:nvPr>
        </p:nvSpPr>
        <p:spPr/>
        <p:txBody>
          <a:bodyPr/>
          <a:lstStyle/>
          <a:p>
            <a:endParaRPr lang="es-MX"/>
          </a:p>
        </p:txBody>
      </p:sp>
      <p:sp>
        <p:nvSpPr>
          <p:cNvPr id="6" name="Slide Number Placeholder 5"/>
          <p:cNvSpPr>
            <a:spLocks noGrp="1"/>
          </p:cNvSpPr>
          <p:nvPr>
            <p:ph type="sldNum" sz="quarter" idx="12"/>
          </p:nvPr>
        </p:nvSpPr>
        <p:spPr/>
        <p:txBody>
          <a:bodyPr/>
          <a:lstStyle/>
          <a:p>
            <a:fld id="{F592C758-E56A-4156-B01F-E84722C70145}" type="slidenum">
              <a:rPr lang="es-MX" smtClean="0"/>
              <a:t>‹Nº›</a:t>
            </a:fld>
            <a:endParaRPr lang="es-MX"/>
          </a:p>
        </p:txBody>
      </p:sp>
    </p:spTree>
    <p:extLst>
      <p:ext uri="{BB962C8B-B14F-4D97-AF65-F5344CB8AC3E}">
        <p14:creationId xmlns:p14="http://schemas.microsoft.com/office/powerpoint/2010/main" val="12226591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52016FA4-11BF-4BAD-93B0-8318A5E93998}" type="datetimeFigureOut">
              <a:rPr lang="es-MX" smtClean="0"/>
              <a:t>14/12/2025</a:t>
            </a:fld>
            <a:endParaRPr lang="es-MX"/>
          </a:p>
        </p:txBody>
      </p:sp>
      <p:sp>
        <p:nvSpPr>
          <p:cNvPr id="5" name="Footer Placeholder 4"/>
          <p:cNvSpPr>
            <a:spLocks noGrp="1"/>
          </p:cNvSpPr>
          <p:nvPr>
            <p:ph type="ftr" sz="quarter" idx="11"/>
          </p:nvPr>
        </p:nvSpPr>
        <p:spPr/>
        <p:txBody>
          <a:bodyPr/>
          <a:lstStyle/>
          <a:p>
            <a:endParaRPr lang="es-MX"/>
          </a:p>
        </p:txBody>
      </p:sp>
      <p:sp>
        <p:nvSpPr>
          <p:cNvPr id="6" name="Slide Number Placeholder 5"/>
          <p:cNvSpPr>
            <a:spLocks noGrp="1"/>
          </p:cNvSpPr>
          <p:nvPr>
            <p:ph type="sldNum" sz="quarter" idx="12"/>
          </p:nvPr>
        </p:nvSpPr>
        <p:spPr/>
        <p:txBody>
          <a:bodyPr/>
          <a:lstStyle/>
          <a:p>
            <a:fld id="{F592C758-E56A-4156-B01F-E84722C70145}" type="slidenum">
              <a:rPr lang="es-MX" smtClean="0"/>
              <a:t>‹Nº›</a:t>
            </a:fld>
            <a:endParaRPr lang="es-MX"/>
          </a:p>
        </p:txBody>
      </p:sp>
    </p:spTree>
    <p:extLst>
      <p:ext uri="{BB962C8B-B14F-4D97-AF65-F5344CB8AC3E}">
        <p14:creationId xmlns:p14="http://schemas.microsoft.com/office/powerpoint/2010/main" val="23102859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40"/>
            <a:ext cx="7886700" cy="2852737"/>
          </a:xfrm>
        </p:spPr>
        <p:txBody>
          <a:bodyPr anchor="b"/>
          <a:lstStyle>
            <a:lvl1pPr>
              <a:defRPr sz="6000"/>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623888" y="4589465"/>
            <a:ext cx="7886700" cy="1500187"/>
          </a:xfrm>
        </p:spPr>
        <p:txBody>
          <a:bodyPr/>
          <a:lstStyle>
            <a:lvl1pPr marL="0" indent="0">
              <a:buNone/>
              <a:defRPr sz="2400">
                <a:solidFill>
                  <a:schemeClr val="tx1"/>
                </a:solidFill>
              </a:defRPr>
            </a:lvl1pPr>
            <a:lvl2pPr marL="457172" indent="0">
              <a:buNone/>
              <a:defRPr sz="2000">
                <a:solidFill>
                  <a:schemeClr val="tx1">
                    <a:tint val="75000"/>
                  </a:schemeClr>
                </a:solidFill>
              </a:defRPr>
            </a:lvl2pPr>
            <a:lvl3pPr marL="914344" indent="0">
              <a:buNone/>
              <a:defRPr sz="1800">
                <a:solidFill>
                  <a:schemeClr val="tx1">
                    <a:tint val="75000"/>
                  </a:schemeClr>
                </a:solidFill>
              </a:defRPr>
            </a:lvl3pPr>
            <a:lvl4pPr marL="1371516" indent="0">
              <a:buNone/>
              <a:defRPr sz="1599">
                <a:solidFill>
                  <a:schemeClr val="tx1">
                    <a:tint val="75000"/>
                  </a:schemeClr>
                </a:solidFill>
              </a:defRPr>
            </a:lvl4pPr>
            <a:lvl5pPr marL="1828689" indent="0">
              <a:buNone/>
              <a:defRPr sz="1599">
                <a:solidFill>
                  <a:schemeClr val="tx1">
                    <a:tint val="75000"/>
                  </a:schemeClr>
                </a:solidFill>
              </a:defRPr>
            </a:lvl5pPr>
            <a:lvl6pPr marL="2285861" indent="0">
              <a:buNone/>
              <a:defRPr sz="1599">
                <a:solidFill>
                  <a:schemeClr val="tx1">
                    <a:tint val="75000"/>
                  </a:schemeClr>
                </a:solidFill>
              </a:defRPr>
            </a:lvl6pPr>
            <a:lvl7pPr marL="2743033" indent="0">
              <a:buNone/>
              <a:defRPr sz="1599">
                <a:solidFill>
                  <a:schemeClr val="tx1">
                    <a:tint val="75000"/>
                  </a:schemeClr>
                </a:solidFill>
              </a:defRPr>
            </a:lvl7pPr>
            <a:lvl8pPr marL="3200205" indent="0">
              <a:buNone/>
              <a:defRPr sz="1599">
                <a:solidFill>
                  <a:schemeClr val="tx1">
                    <a:tint val="75000"/>
                  </a:schemeClr>
                </a:solidFill>
              </a:defRPr>
            </a:lvl8pPr>
            <a:lvl9pPr marL="3657377" indent="0">
              <a:buNone/>
              <a:defRPr sz="1599">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52016FA4-11BF-4BAD-93B0-8318A5E93998}" type="datetimeFigureOut">
              <a:rPr lang="es-MX" smtClean="0"/>
              <a:t>14/12/2025</a:t>
            </a:fld>
            <a:endParaRPr lang="es-MX"/>
          </a:p>
        </p:txBody>
      </p:sp>
      <p:sp>
        <p:nvSpPr>
          <p:cNvPr id="5" name="Footer Placeholder 4"/>
          <p:cNvSpPr>
            <a:spLocks noGrp="1"/>
          </p:cNvSpPr>
          <p:nvPr>
            <p:ph type="ftr" sz="quarter" idx="11"/>
          </p:nvPr>
        </p:nvSpPr>
        <p:spPr/>
        <p:txBody>
          <a:bodyPr/>
          <a:lstStyle/>
          <a:p>
            <a:endParaRPr lang="es-MX"/>
          </a:p>
        </p:txBody>
      </p:sp>
      <p:sp>
        <p:nvSpPr>
          <p:cNvPr id="6" name="Slide Number Placeholder 5"/>
          <p:cNvSpPr>
            <a:spLocks noGrp="1"/>
          </p:cNvSpPr>
          <p:nvPr>
            <p:ph type="sldNum" sz="quarter" idx="12"/>
          </p:nvPr>
        </p:nvSpPr>
        <p:spPr/>
        <p:txBody>
          <a:bodyPr/>
          <a:lstStyle/>
          <a:p>
            <a:fld id="{F592C758-E56A-4156-B01F-E84722C70145}" type="slidenum">
              <a:rPr lang="es-MX" smtClean="0"/>
              <a:t>‹Nº›</a:t>
            </a:fld>
            <a:endParaRPr lang="es-MX"/>
          </a:p>
        </p:txBody>
      </p:sp>
    </p:spTree>
    <p:extLst>
      <p:ext uri="{BB962C8B-B14F-4D97-AF65-F5344CB8AC3E}">
        <p14:creationId xmlns:p14="http://schemas.microsoft.com/office/powerpoint/2010/main" val="29088753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Content Placeholder 3"/>
          <p:cNvSpPr>
            <a:spLocks noGrp="1"/>
          </p:cNvSpPr>
          <p:nvPr>
            <p:ph sz="half" idx="2"/>
          </p:nvPr>
        </p:nvSpPr>
        <p:spPr>
          <a:xfrm>
            <a:off x="4629151" y="1825625"/>
            <a:ext cx="38862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Date Placeholder 4"/>
          <p:cNvSpPr>
            <a:spLocks noGrp="1"/>
          </p:cNvSpPr>
          <p:nvPr>
            <p:ph type="dt" sz="half" idx="10"/>
          </p:nvPr>
        </p:nvSpPr>
        <p:spPr/>
        <p:txBody>
          <a:bodyPr/>
          <a:lstStyle/>
          <a:p>
            <a:fld id="{52016FA4-11BF-4BAD-93B0-8318A5E93998}" type="datetimeFigureOut">
              <a:rPr lang="es-MX" smtClean="0"/>
              <a:t>14/12/2025</a:t>
            </a:fld>
            <a:endParaRPr lang="es-MX"/>
          </a:p>
        </p:txBody>
      </p:sp>
      <p:sp>
        <p:nvSpPr>
          <p:cNvPr id="6" name="Footer Placeholder 5"/>
          <p:cNvSpPr>
            <a:spLocks noGrp="1"/>
          </p:cNvSpPr>
          <p:nvPr>
            <p:ph type="ftr" sz="quarter" idx="11"/>
          </p:nvPr>
        </p:nvSpPr>
        <p:spPr/>
        <p:txBody>
          <a:bodyPr/>
          <a:lstStyle/>
          <a:p>
            <a:endParaRPr lang="es-MX"/>
          </a:p>
        </p:txBody>
      </p:sp>
      <p:sp>
        <p:nvSpPr>
          <p:cNvPr id="7" name="Slide Number Placeholder 6"/>
          <p:cNvSpPr>
            <a:spLocks noGrp="1"/>
          </p:cNvSpPr>
          <p:nvPr>
            <p:ph type="sldNum" sz="quarter" idx="12"/>
          </p:nvPr>
        </p:nvSpPr>
        <p:spPr/>
        <p:txBody>
          <a:bodyPr/>
          <a:lstStyle/>
          <a:p>
            <a:fld id="{F592C758-E56A-4156-B01F-E84722C70145}" type="slidenum">
              <a:rPr lang="es-MX" smtClean="0"/>
              <a:t>‹Nº›</a:t>
            </a:fld>
            <a:endParaRPr lang="es-MX"/>
          </a:p>
        </p:txBody>
      </p:sp>
    </p:spTree>
    <p:extLst>
      <p:ext uri="{BB962C8B-B14F-4D97-AF65-F5344CB8AC3E}">
        <p14:creationId xmlns:p14="http://schemas.microsoft.com/office/powerpoint/2010/main" val="5335822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629842" y="365127"/>
            <a:ext cx="7886700" cy="1325563"/>
          </a:xfrm>
        </p:spPr>
        <p:txBody>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172" indent="0">
              <a:buNone/>
              <a:defRPr sz="2000" b="1"/>
            </a:lvl2pPr>
            <a:lvl3pPr marL="914344" indent="0">
              <a:buNone/>
              <a:defRPr sz="1800" b="1"/>
            </a:lvl3pPr>
            <a:lvl4pPr marL="1371516" indent="0">
              <a:buNone/>
              <a:defRPr sz="1599" b="1"/>
            </a:lvl4pPr>
            <a:lvl5pPr marL="1828689" indent="0">
              <a:buNone/>
              <a:defRPr sz="1599" b="1"/>
            </a:lvl5pPr>
            <a:lvl6pPr marL="2285861" indent="0">
              <a:buNone/>
              <a:defRPr sz="1599" b="1"/>
            </a:lvl6pPr>
            <a:lvl7pPr marL="2743033" indent="0">
              <a:buNone/>
              <a:defRPr sz="1599" b="1"/>
            </a:lvl7pPr>
            <a:lvl8pPr marL="3200205" indent="0">
              <a:buNone/>
              <a:defRPr sz="1599" b="1"/>
            </a:lvl8pPr>
            <a:lvl9pPr marL="3657377" indent="0">
              <a:buNone/>
              <a:defRPr sz="1599" b="1"/>
            </a:lvl9pPr>
          </a:lstStyle>
          <a:p>
            <a:pPr lvl="0"/>
            <a:r>
              <a:rPr lang="es-ES"/>
              <a:t>Haga clic para modificar los estilos de texto del patrón</a:t>
            </a:r>
          </a:p>
        </p:txBody>
      </p:sp>
      <p:sp>
        <p:nvSpPr>
          <p:cNvPr id="4" name="Content Placeholder 3"/>
          <p:cNvSpPr>
            <a:spLocks noGrp="1"/>
          </p:cNvSpPr>
          <p:nvPr>
            <p:ph sz="half" idx="2"/>
          </p:nvPr>
        </p:nvSpPr>
        <p:spPr>
          <a:xfrm>
            <a:off x="629842" y="2505076"/>
            <a:ext cx="3868340"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Text Placeholder 4"/>
          <p:cNvSpPr>
            <a:spLocks noGrp="1"/>
          </p:cNvSpPr>
          <p:nvPr>
            <p:ph type="body" sz="quarter" idx="3"/>
          </p:nvPr>
        </p:nvSpPr>
        <p:spPr>
          <a:xfrm>
            <a:off x="4629151" y="1681163"/>
            <a:ext cx="3887391" cy="823912"/>
          </a:xfrm>
        </p:spPr>
        <p:txBody>
          <a:bodyPr anchor="b"/>
          <a:lstStyle>
            <a:lvl1pPr marL="0" indent="0">
              <a:buNone/>
              <a:defRPr sz="2400" b="1"/>
            </a:lvl1pPr>
            <a:lvl2pPr marL="457172" indent="0">
              <a:buNone/>
              <a:defRPr sz="2000" b="1"/>
            </a:lvl2pPr>
            <a:lvl3pPr marL="914344" indent="0">
              <a:buNone/>
              <a:defRPr sz="1800" b="1"/>
            </a:lvl3pPr>
            <a:lvl4pPr marL="1371516" indent="0">
              <a:buNone/>
              <a:defRPr sz="1599" b="1"/>
            </a:lvl4pPr>
            <a:lvl5pPr marL="1828689" indent="0">
              <a:buNone/>
              <a:defRPr sz="1599" b="1"/>
            </a:lvl5pPr>
            <a:lvl6pPr marL="2285861" indent="0">
              <a:buNone/>
              <a:defRPr sz="1599" b="1"/>
            </a:lvl6pPr>
            <a:lvl7pPr marL="2743033" indent="0">
              <a:buNone/>
              <a:defRPr sz="1599" b="1"/>
            </a:lvl7pPr>
            <a:lvl8pPr marL="3200205" indent="0">
              <a:buNone/>
              <a:defRPr sz="1599" b="1"/>
            </a:lvl8pPr>
            <a:lvl9pPr marL="3657377" indent="0">
              <a:buNone/>
              <a:defRPr sz="1599" b="1"/>
            </a:lvl9pPr>
          </a:lstStyle>
          <a:p>
            <a:pPr lvl="0"/>
            <a:r>
              <a:rPr lang="es-ES"/>
              <a:t>Haga clic para modificar los estilos de texto del patrón</a:t>
            </a:r>
          </a:p>
        </p:txBody>
      </p:sp>
      <p:sp>
        <p:nvSpPr>
          <p:cNvPr id="6" name="Content Placeholder 5"/>
          <p:cNvSpPr>
            <a:spLocks noGrp="1"/>
          </p:cNvSpPr>
          <p:nvPr>
            <p:ph sz="quarter" idx="4"/>
          </p:nvPr>
        </p:nvSpPr>
        <p:spPr>
          <a:xfrm>
            <a:off x="4629151" y="2505076"/>
            <a:ext cx="3887391"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7" name="Date Placeholder 6"/>
          <p:cNvSpPr>
            <a:spLocks noGrp="1"/>
          </p:cNvSpPr>
          <p:nvPr>
            <p:ph type="dt" sz="half" idx="10"/>
          </p:nvPr>
        </p:nvSpPr>
        <p:spPr/>
        <p:txBody>
          <a:bodyPr/>
          <a:lstStyle/>
          <a:p>
            <a:fld id="{52016FA4-11BF-4BAD-93B0-8318A5E93998}" type="datetimeFigureOut">
              <a:rPr lang="es-MX" smtClean="0"/>
              <a:t>14/12/2025</a:t>
            </a:fld>
            <a:endParaRPr lang="es-MX"/>
          </a:p>
        </p:txBody>
      </p:sp>
      <p:sp>
        <p:nvSpPr>
          <p:cNvPr id="8" name="Footer Placeholder 7"/>
          <p:cNvSpPr>
            <a:spLocks noGrp="1"/>
          </p:cNvSpPr>
          <p:nvPr>
            <p:ph type="ftr" sz="quarter" idx="11"/>
          </p:nvPr>
        </p:nvSpPr>
        <p:spPr/>
        <p:txBody>
          <a:bodyPr/>
          <a:lstStyle/>
          <a:p>
            <a:endParaRPr lang="es-MX"/>
          </a:p>
        </p:txBody>
      </p:sp>
      <p:sp>
        <p:nvSpPr>
          <p:cNvPr id="9" name="Slide Number Placeholder 8"/>
          <p:cNvSpPr>
            <a:spLocks noGrp="1"/>
          </p:cNvSpPr>
          <p:nvPr>
            <p:ph type="sldNum" sz="quarter" idx="12"/>
          </p:nvPr>
        </p:nvSpPr>
        <p:spPr/>
        <p:txBody>
          <a:bodyPr/>
          <a:lstStyle/>
          <a:p>
            <a:fld id="{F592C758-E56A-4156-B01F-E84722C70145}" type="slidenum">
              <a:rPr lang="es-MX" smtClean="0"/>
              <a:t>‹Nº›</a:t>
            </a:fld>
            <a:endParaRPr lang="es-MX"/>
          </a:p>
        </p:txBody>
      </p:sp>
    </p:spTree>
    <p:extLst>
      <p:ext uri="{BB962C8B-B14F-4D97-AF65-F5344CB8AC3E}">
        <p14:creationId xmlns:p14="http://schemas.microsoft.com/office/powerpoint/2010/main" val="81794866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Date Placeholder 2"/>
          <p:cNvSpPr>
            <a:spLocks noGrp="1"/>
          </p:cNvSpPr>
          <p:nvPr>
            <p:ph type="dt" sz="half" idx="10"/>
          </p:nvPr>
        </p:nvSpPr>
        <p:spPr/>
        <p:txBody>
          <a:bodyPr/>
          <a:lstStyle/>
          <a:p>
            <a:fld id="{52016FA4-11BF-4BAD-93B0-8318A5E93998}" type="datetimeFigureOut">
              <a:rPr lang="es-MX" smtClean="0"/>
              <a:t>14/12/2025</a:t>
            </a:fld>
            <a:endParaRPr lang="es-MX"/>
          </a:p>
        </p:txBody>
      </p:sp>
      <p:sp>
        <p:nvSpPr>
          <p:cNvPr id="4" name="Footer Placeholder 3"/>
          <p:cNvSpPr>
            <a:spLocks noGrp="1"/>
          </p:cNvSpPr>
          <p:nvPr>
            <p:ph type="ftr" sz="quarter" idx="11"/>
          </p:nvPr>
        </p:nvSpPr>
        <p:spPr/>
        <p:txBody>
          <a:bodyPr/>
          <a:lstStyle/>
          <a:p>
            <a:endParaRPr lang="es-MX"/>
          </a:p>
        </p:txBody>
      </p:sp>
      <p:sp>
        <p:nvSpPr>
          <p:cNvPr id="5" name="Slide Number Placeholder 4"/>
          <p:cNvSpPr>
            <a:spLocks noGrp="1"/>
          </p:cNvSpPr>
          <p:nvPr>
            <p:ph type="sldNum" sz="quarter" idx="12"/>
          </p:nvPr>
        </p:nvSpPr>
        <p:spPr/>
        <p:txBody>
          <a:bodyPr/>
          <a:lstStyle/>
          <a:p>
            <a:fld id="{F592C758-E56A-4156-B01F-E84722C70145}" type="slidenum">
              <a:rPr lang="es-MX" smtClean="0"/>
              <a:t>‹Nº›</a:t>
            </a:fld>
            <a:endParaRPr lang="es-MX"/>
          </a:p>
        </p:txBody>
      </p:sp>
    </p:spTree>
    <p:extLst>
      <p:ext uri="{BB962C8B-B14F-4D97-AF65-F5344CB8AC3E}">
        <p14:creationId xmlns:p14="http://schemas.microsoft.com/office/powerpoint/2010/main" val="39174632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2016FA4-11BF-4BAD-93B0-8318A5E93998}" type="datetimeFigureOut">
              <a:rPr lang="es-MX" smtClean="0"/>
              <a:t>14/12/2025</a:t>
            </a:fld>
            <a:endParaRPr lang="es-MX"/>
          </a:p>
        </p:txBody>
      </p:sp>
      <p:sp>
        <p:nvSpPr>
          <p:cNvPr id="3" name="Footer Placeholder 2"/>
          <p:cNvSpPr>
            <a:spLocks noGrp="1"/>
          </p:cNvSpPr>
          <p:nvPr>
            <p:ph type="ftr" sz="quarter" idx="11"/>
          </p:nvPr>
        </p:nvSpPr>
        <p:spPr/>
        <p:txBody>
          <a:bodyPr/>
          <a:lstStyle/>
          <a:p>
            <a:endParaRPr lang="es-MX"/>
          </a:p>
        </p:txBody>
      </p:sp>
      <p:sp>
        <p:nvSpPr>
          <p:cNvPr id="4" name="Slide Number Placeholder 3"/>
          <p:cNvSpPr>
            <a:spLocks noGrp="1"/>
          </p:cNvSpPr>
          <p:nvPr>
            <p:ph type="sldNum" sz="quarter" idx="12"/>
          </p:nvPr>
        </p:nvSpPr>
        <p:spPr/>
        <p:txBody>
          <a:bodyPr/>
          <a:lstStyle/>
          <a:p>
            <a:fld id="{F592C758-E56A-4156-B01F-E84722C70145}" type="slidenum">
              <a:rPr lang="es-MX" smtClean="0"/>
              <a:t>‹Nº›</a:t>
            </a:fld>
            <a:endParaRPr lang="es-MX"/>
          </a:p>
        </p:txBody>
      </p:sp>
    </p:spTree>
    <p:extLst>
      <p:ext uri="{BB962C8B-B14F-4D97-AF65-F5344CB8AC3E}">
        <p14:creationId xmlns:p14="http://schemas.microsoft.com/office/powerpoint/2010/main" val="383531370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s-ES"/>
              <a:t>Haga clic para modificar el estilo de título del patrón</a:t>
            </a:r>
            <a:endParaRPr lang="en-US" dirty="0"/>
          </a:p>
        </p:txBody>
      </p:sp>
      <p:sp>
        <p:nvSpPr>
          <p:cNvPr id="3" name="Content Placeholder 2"/>
          <p:cNvSpPr>
            <a:spLocks noGrp="1"/>
          </p:cNvSpPr>
          <p:nvPr>
            <p:ph idx="1"/>
          </p:nvPr>
        </p:nvSpPr>
        <p:spPr>
          <a:xfrm>
            <a:off x="3887392" y="987427"/>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599"/>
            </a:lvl1pPr>
            <a:lvl2pPr marL="457172" indent="0">
              <a:buNone/>
              <a:defRPr sz="1400"/>
            </a:lvl2pPr>
            <a:lvl3pPr marL="914344" indent="0">
              <a:buNone/>
              <a:defRPr sz="1200"/>
            </a:lvl3pPr>
            <a:lvl4pPr marL="1371516" indent="0">
              <a:buNone/>
              <a:defRPr sz="1000"/>
            </a:lvl4pPr>
            <a:lvl5pPr marL="1828689" indent="0">
              <a:buNone/>
              <a:defRPr sz="1000"/>
            </a:lvl5pPr>
            <a:lvl6pPr marL="2285861" indent="0">
              <a:buNone/>
              <a:defRPr sz="1000"/>
            </a:lvl6pPr>
            <a:lvl7pPr marL="2743033" indent="0">
              <a:buNone/>
              <a:defRPr sz="1000"/>
            </a:lvl7pPr>
            <a:lvl8pPr marL="3200205" indent="0">
              <a:buNone/>
              <a:defRPr sz="1000"/>
            </a:lvl8pPr>
            <a:lvl9pPr marL="3657377"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52016FA4-11BF-4BAD-93B0-8318A5E93998}" type="datetimeFigureOut">
              <a:rPr lang="es-MX" smtClean="0"/>
              <a:t>14/12/2025</a:t>
            </a:fld>
            <a:endParaRPr lang="es-MX"/>
          </a:p>
        </p:txBody>
      </p:sp>
      <p:sp>
        <p:nvSpPr>
          <p:cNvPr id="6" name="Footer Placeholder 5"/>
          <p:cNvSpPr>
            <a:spLocks noGrp="1"/>
          </p:cNvSpPr>
          <p:nvPr>
            <p:ph type="ftr" sz="quarter" idx="11"/>
          </p:nvPr>
        </p:nvSpPr>
        <p:spPr/>
        <p:txBody>
          <a:bodyPr/>
          <a:lstStyle/>
          <a:p>
            <a:endParaRPr lang="es-MX"/>
          </a:p>
        </p:txBody>
      </p:sp>
      <p:sp>
        <p:nvSpPr>
          <p:cNvPr id="7" name="Slide Number Placeholder 6"/>
          <p:cNvSpPr>
            <a:spLocks noGrp="1"/>
          </p:cNvSpPr>
          <p:nvPr>
            <p:ph type="sldNum" sz="quarter" idx="12"/>
          </p:nvPr>
        </p:nvSpPr>
        <p:spPr/>
        <p:txBody>
          <a:bodyPr/>
          <a:lstStyle/>
          <a:p>
            <a:fld id="{F592C758-E56A-4156-B01F-E84722C70145}" type="slidenum">
              <a:rPr lang="es-MX" smtClean="0"/>
              <a:t>‹Nº›</a:t>
            </a:fld>
            <a:endParaRPr lang="es-MX"/>
          </a:p>
        </p:txBody>
      </p:sp>
    </p:spTree>
    <p:extLst>
      <p:ext uri="{BB962C8B-B14F-4D97-AF65-F5344CB8AC3E}">
        <p14:creationId xmlns:p14="http://schemas.microsoft.com/office/powerpoint/2010/main" val="3744791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3887392" y="987427"/>
            <a:ext cx="4629150" cy="4873625"/>
          </a:xfrm>
        </p:spPr>
        <p:txBody>
          <a:bodyPr anchor="t"/>
          <a:lstStyle>
            <a:lvl1pPr marL="0" indent="0">
              <a:buNone/>
              <a:defRPr sz="3200"/>
            </a:lvl1pPr>
            <a:lvl2pPr marL="457172" indent="0">
              <a:buNone/>
              <a:defRPr sz="2800"/>
            </a:lvl2pPr>
            <a:lvl3pPr marL="914344" indent="0">
              <a:buNone/>
              <a:defRPr sz="2400"/>
            </a:lvl3pPr>
            <a:lvl4pPr marL="1371516" indent="0">
              <a:buNone/>
              <a:defRPr sz="2000"/>
            </a:lvl4pPr>
            <a:lvl5pPr marL="1828689" indent="0">
              <a:buNone/>
              <a:defRPr sz="2000"/>
            </a:lvl5pPr>
            <a:lvl6pPr marL="2285861" indent="0">
              <a:buNone/>
              <a:defRPr sz="2000"/>
            </a:lvl6pPr>
            <a:lvl7pPr marL="2743033" indent="0">
              <a:buNone/>
              <a:defRPr sz="2000"/>
            </a:lvl7pPr>
            <a:lvl8pPr marL="3200205" indent="0">
              <a:buNone/>
              <a:defRPr sz="2000"/>
            </a:lvl8pPr>
            <a:lvl9pPr marL="3657377" indent="0">
              <a:buNone/>
              <a:defRPr sz="2000"/>
            </a:lvl9pPr>
          </a:lstStyle>
          <a:p>
            <a:r>
              <a:rPr lang="es-ES"/>
              <a:t>Haga clic en el icono para agregar una imagen</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599"/>
            </a:lvl1pPr>
            <a:lvl2pPr marL="457172" indent="0">
              <a:buNone/>
              <a:defRPr sz="1400"/>
            </a:lvl2pPr>
            <a:lvl3pPr marL="914344" indent="0">
              <a:buNone/>
              <a:defRPr sz="1200"/>
            </a:lvl3pPr>
            <a:lvl4pPr marL="1371516" indent="0">
              <a:buNone/>
              <a:defRPr sz="1000"/>
            </a:lvl4pPr>
            <a:lvl5pPr marL="1828689" indent="0">
              <a:buNone/>
              <a:defRPr sz="1000"/>
            </a:lvl5pPr>
            <a:lvl6pPr marL="2285861" indent="0">
              <a:buNone/>
              <a:defRPr sz="1000"/>
            </a:lvl6pPr>
            <a:lvl7pPr marL="2743033" indent="0">
              <a:buNone/>
              <a:defRPr sz="1000"/>
            </a:lvl7pPr>
            <a:lvl8pPr marL="3200205" indent="0">
              <a:buNone/>
              <a:defRPr sz="1000"/>
            </a:lvl8pPr>
            <a:lvl9pPr marL="3657377"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52016FA4-11BF-4BAD-93B0-8318A5E93998}" type="datetimeFigureOut">
              <a:rPr lang="es-MX" smtClean="0"/>
              <a:t>14/12/2025</a:t>
            </a:fld>
            <a:endParaRPr lang="es-MX"/>
          </a:p>
        </p:txBody>
      </p:sp>
      <p:sp>
        <p:nvSpPr>
          <p:cNvPr id="6" name="Footer Placeholder 5"/>
          <p:cNvSpPr>
            <a:spLocks noGrp="1"/>
          </p:cNvSpPr>
          <p:nvPr>
            <p:ph type="ftr" sz="quarter" idx="11"/>
          </p:nvPr>
        </p:nvSpPr>
        <p:spPr/>
        <p:txBody>
          <a:bodyPr/>
          <a:lstStyle/>
          <a:p>
            <a:endParaRPr lang="es-MX"/>
          </a:p>
        </p:txBody>
      </p:sp>
      <p:sp>
        <p:nvSpPr>
          <p:cNvPr id="7" name="Slide Number Placeholder 6"/>
          <p:cNvSpPr>
            <a:spLocks noGrp="1"/>
          </p:cNvSpPr>
          <p:nvPr>
            <p:ph type="sldNum" sz="quarter" idx="12"/>
          </p:nvPr>
        </p:nvSpPr>
        <p:spPr/>
        <p:txBody>
          <a:bodyPr/>
          <a:lstStyle/>
          <a:p>
            <a:fld id="{F592C758-E56A-4156-B01F-E84722C70145}" type="slidenum">
              <a:rPr lang="es-MX" smtClean="0"/>
              <a:t>‹Nº›</a:t>
            </a:fld>
            <a:endParaRPr lang="es-MX"/>
          </a:p>
        </p:txBody>
      </p:sp>
    </p:spTree>
    <p:extLst>
      <p:ext uri="{BB962C8B-B14F-4D97-AF65-F5344CB8AC3E}">
        <p14:creationId xmlns:p14="http://schemas.microsoft.com/office/powerpoint/2010/main" val="175314765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52016FA4-11BF-4BAD-93B0-8318A5E93998}" type="datetimeFigureOut">
              <a:rPr lang="es-MX" smtClean="0"/>
              <a:t>14/12/2025</a:t>
            </a:fld>
            <a:endParaRPr lang="es-MX"/>
          </a:p>
        </p:txBody>
      </p:sp>
      <p:sp>
        <p:nvSpPr>
          <p:cNvPr id="5" name="Footer Placeholder 4"/>
          <p:cNvSpPr>
            <a:spLocks noGrp="1"/>
          </p:cNvSpPr>
          <p:nvPr>
            <p:ph type="ftr" sz="quarter" idx="11"/>
          </p:nvPr>
        </p:nvSpPr>
        <p:spPr/>
        <p:txBody>
          <a:bodyPr/>
          <a:lstStyle/>
          <a:p>
            <a:endParaRPr lang="es-MX"/>
          </a:p>
        </p:txBody>
      </p:sp>
      <p:sp>
        <p:nvSpPr>
          <p:cNvPr id="6" name="Slide Number Placeholder 5"/>
          <p:cNvSpPr>
            <a:spLocks noGrp="1"/>
          </p:cNvSpPr>
          <p:nvPr>
            <p:ph type="sldNum" sz="quarter" idx="12"/>
          </p:nvPr>
        </p:nvSpPr>
        <p:spPr/>
        <p:txBody>
          <a:bodyPr/>
          <a:lstStyle/>
          <a:p>
            <a:fld id="{F592C758-E56A-4156-B01F-E84722C70145}" type="slidenum">
              <a:rPr lang="es-MX" smtClean="0"/>
              <a:t>‹Nº›</a:t>
            </a:fld>
            <a:endParaRPr lang="es-MX"/>
          </a:p>
        </p:txBody>
      </p:sp>
    </p:spTree>
    <p:extLst>
      <p:ext uri="{BB962C8B-B14F-4D97-AF65-F5344CB8AC3E}">
        <p14:creationId xmlns:p14="http://schemas.microsoft.com/office/powerpoint/2010/main" val="26673766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6" y="365126"/>
            <a:ext cx="1971675" cy="5811838"/>
          </a:xfrm>
        </p:spPr>
        <p:txBody>
          <a:bodyPr vert="eaVert"/>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a:xfrm>
            <a:off x="628651" y="365126"/>
            <a:ext cx="5800725"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52016FA4-11BF-4BAD-93B0-8318A5E93998}" type="datetimeFigureOut">
              <a:rPr lang="es-MX" smtClean="0"/>
              <a:t>14/12/2025</a:t>
            </a:fld>
            <a:endParaRPr lang="es-MX"/>
          </a:p>
        </p:txBody>
      </p:sp>
      <p:sp>
        <p:nvSpPr>
          <p:cNvPr id="5" name="Footer Placeholder 4"/>
          <p:cNvSpPr>
            <a:spLocks noGrp="1"/>
          </p:cNvSpPr>
          <p:nvPr>
            <p:ph type="ftr" sz="quarter" idx="11"/>
          </p:nvPr>
        </p:nvSpPr>
        <p:spPr/>
        <p:txBody>
          <a:bodyPr/>
          <a:lstStyle/>
          <a:p>
            <a:endParaRPr lang="es-MX"/>
          </a:p>
        </p:txBody>
      </p:sp>
      <p:sp>
        <p:nvSpPr>
          <p:cNvPr id="6" name="Slide Number Placeholder 5"/>
          <p:cNvSpPr>
            <a:spLocks noGrp="1"/>
          </p:cNvSpPr>
          <p:nvPr>
            <p:ph type="sldNum" sz="quarter" idx="12"/>
          </p:nvPr>
        </p:nvSpPr>
        <p:spPr/>
        <p:txBody>
          <a:bodyPr/>
          <a:lstStyle/>
          <a:p>
            <a:fld id="{F592C758-E56A-4156-B01F-E84722C70145}" type="slidenum">
              <a:rPr lang="es-MX" smtClean="0"/>
              <a:t>‹Nº›</a:t>
            </a:fld>
            <a:endParaRPr lang="es-MX"/>
          </a:p>
        </p:txBody>
      </p:sp>
    </p:spTree>
    <p:extLst>
      <p:ext uri="{BB962C8B-B14F-4D97-AF65-F5344CB8AC3E}">
        <p14:creationId xmlns:p14="http://schemas.microsoft.com/office/powerpoint/2010/main" val="40018098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1" y="365127"/>
            <a:ext cx="7886700" cy="1325563"/>
          </a:xfrm>
          <a:prstGeom prst="rect">
            <a:avLst/>
          </a:prstGeom>
        </p:spPr>
        <p:txBody>
          <a:bodyPr vert="horz" lIns="91440" tIns="45720" rIns="91440" bIns="45720" rtlCol="0" anchor="ctr">
            <a:normAutofit/>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628651" y="1825625"/>
            <a:ext cx="78867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2"/>
          </p:nvPr>
        </p:nvSpPr>
        <p:spPr>
          <a:xfrm>
            <a:off x="628650" y="6356352"/>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2016FA4-11BF-4BAD-93B0-8318A5E93998}" type="datetimeFigureOut">
              <a:rPr lang="es-MX" smtClean="0"/>
              <a:t>14/12/2025</a:t>
            </a:fld>
            <a:endParaRPr lang="es-MX"/>
          </a:p>
        </p:txBody>
      </p:sp>
      <p:sp>
        <p:nvSpPr>
          <p:cNvPr id="5" name="Footer Placeholder 4"/>
          <p:cNvSpPr>
            <a:spLocks noGrp="1"/>
          </p:cNvSpPr>
          <p:nvPr>
            <p:ph type="ftr" sz="quarter" idx="3"/>
          </p:nvPr>
        </p:nvSpPr>
        <p:spPr>
          <a:xfrm>
            <a:off x="3028950" y="6356352"/>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MX"/>
          </a:p>
        </p:txBody>
      </p:sp>
      <p:sp>
        <p:nvSpPr>
          <p:cNvPr id="6" name="Slide Number Placeholder 5"/>
          <p:cNvSpPr>
            <a:spLocks noGrp="1"/>
          </p:cNvSpPr>
          <p:nvPr>
            <p:ph type="sldNum" sz="quarter" idx="4"/>
          </p:nvPr>
        </p:nvSpPr>
        <p:spPr>
          <a:xfrm>
            <a:off x="6457950" y="6356352"/>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592C758-E56A-4156-B01F-E84722C70145}" type="slidenum">
              <a:rPr lang="es-MX" smtClean="0"/>
              <a:t>‹Nº›</a:t>
            </a:fld>
            <a:endParaRPr lang="es-MX"/>
          </a:p>
        </p:txBody>
      </p:sp>
    </p:spTree>
    <p:extLst>
      <p:ext uri="{BB962C8B-B14F-4D97-AF65-F5344CB8AC3E}">
        <p14:creationId xmlns:p14="http://schemas.microsoft.com/office/powerpoint/2010/main" val="319464649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344" rtl="0" eaLnBrk="1" latinLnBrk="0" hangingPunct="1">
        <a:lnSpc>
          <a:spcPct val="90000"/>
        </a:lnSpc>
        <a:spcBef>
          <a:spcPct val="0"/>
        </a:spcBef>
        <a:buNone/>
        <a:defRPr sz="4399" kern="1200">
          <a:solidFill>
            <a:schemeClr val="tx1"/>
          </a:solidFill>
          <a:latin typeface="+mj-lt"/>
          <a:ea typeface="+mj-ea"/>
          <a:cs typeface="+mj-cs"/>
        </a:defRPr>
      </a:lvl1pPr>
    </p:titleStyle>
    <p:bodyStyle>
      <a:lvl1pPr marL="228586" indent="-228586" algn="l" defTabSz="914344"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758" indent="-228586" algn="l" defTabSz="914344"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2930" indent="-228586" algn="l" defTabSz="914344"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103" indent="-228586" algn="l" defTabSz="91434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275" indent="-228586" algn="l" defTabSz="91434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447" indent="-228586" algn="l" defTabSz="91434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619" indent="-228586" algn="l" defTabSz="91434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791" indent="-228586" algn="l" defTabSz="91434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5963" indent="-228586" algn="l" defTabSz="91434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44" rtl="0" eaLnBrk="1" latinLnBrk="0" hangingPunct="1">
        <a:defRPr sz="1800" kern="1200">
          <a:solidFill>
            <a:schemeClr val="tx1"/>
          </a:solidFill>
          <a:latin typeface="+mn-lt"/>
          <a:ea typeface="+mn-ea"/>
          <a:cs typeface="+mn-cs"/>
        </a:defRPr>
      </a:lvl1pPr>
      <a:lvl2pPr marL="457172" algn="l" defTabSz="914344" rtl="0" eaLnBrk="1" latinLnBrk="0" hangingPunct="1">
        <a:defRPr sz="1800" kern="1200">
          <a:solidFill>
            <a:schemeClr val="tx1"/>
          </a:solidFill>
          <a:latin typeface="+mn-lt"/>
          <a:ea typeface="+mn-ea"/>
          <a:cs typeface="+mn-cs"/>
        </a:defRPr>
      </a:lvl2pPr>
      <a:lvl3pPr marL="914344" algn="l" defTabSz="914344" rtl="0" eaLnBrk="1" latinLnBrk="0" hangingPunct="1">
        <a:defRPr sz="1800" kern="1200">
          <a:solidFill>
            <a:schemeClr val="tx1"/>
          </a:solidFill>
          <a:latin typeface="+mn-lt"/>
          <a:ea typeface="+mn-ea"/>
          <a:cs typeface="+mn-cs"/>
        </a:defRPr>
      </a:lvl3pPr>
      <a:lvl4pPr marL="1371516" algn="l" defTabSz="914344" rtl="0" eaLnBrk="1" latinLnBrk="0" hangingPunct="1">
        <a:defRPr sz="1800" kern="1200">
          <a:solidFill>
            <a:schemeClr val="tx1"/>
          </a:solidFill>
          <a:latin typeface="+mn-lt"/>
          <a:ea typeface="+mn-ea"/>
          <a:cs typeface="+mn-cs"/>
        </a:defRPr>
      </a:lvl4pPr>
      <a:lvl5pPr marL="1828689" algn="l" defTabSz="914344" rtl="0" eaLnBrk="1" latinLnBrk="0" hangingPunct="1">
        <a:defRPr sz="1800" kern="1200">
          <a:solidFill>
            <a:schemeClr val="tx1"/>
          </a:solidFill>
          <a:latin typeface="+mn-lt"/>
          <a:ea typeface="+mn-ea"/>
          <a:cs typeface="+mn-cs"/>
        </a:defRPr>
      </a:lvl5pPr>
      <a:lvl6pPr marL="2285861" algn="l" defTabSz="914344" rtl="0" eaLnBrk="1" latinLnBrk="0" hangingPunct="1">
        <a:defRPr sz="1800" kern="1200">
          <a:solidFill>
            <a:schemeClr val="tx1"/>
          </a:solidFill>
          <a:latin typeface="+mn-lt"/>
          <a:ea typeface="+mn-ea"/>
          <a:cs typeface="+mn-cs"/>
        </a:defRPr>
      </a:lvl6pPr>
      <a:lvl7pPr marL="2743033" algn="l" defTabSz="914344" rtl="0" eaLnBrk="1" latinLnBrk="0" hangingPunct="1">
        <a:defRPr sz="1800" kern="1200">
          <a:solidFill>
            <a:schemeClr val="tx1"/>
          </a:solidFill>
          <a:latin typeface="+mn-lt"/>
          <a:ea typeface="+mn-ea"/>
          <a:cs typeface="+mn-cs"/>
        </a:defRPr>
      </a:lvl7pPr>
      <a:lvl8pPr marL="3200205" algn="l" defTabSz="914344" rtl="0" eaLnBrk="1" latinLnBrk="0" hangingPunct="1">
        <a:defRPr sz="1800" kern="1200">
          <a:solidFill>
            <a:schemeClr val="tx1"/>
          </a:solidFill>
          <a:latin typeface="+mn-lt"/>
          <a:ea typeface="+mn-ea"/>
          <a:cs typeface="+mn-cs"/>
        </a:defRPr>
      </a:lvl8pPr>
      <a:lvl9pPr marL="3657377" algn="l" defTabSz="914344"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Box 2">
            <a:extLst>
              <a:ext uri="{FF2B5EF4-FFF2-40B4-BE49-F238E27FC236}">
                <a16:creationId xmlns:a16="http://schemas.microsoft.com/office/drawing/2014/main" id="{0D61AD1B-6423-4EA8-7653-8CDEB6CB382A}"/>
              </a:ext>
            </a:extLst>
          </p:cNvPr>
          <p:cNvSpPr txBox="1"/>
          <p:nvPr/>
        </p:nvSpPr>
        <p:spPr>
          <a:xfrm>
            <a:off x="1581228" y="863472"/>
            <a:ext cx="6045200" cy="5504327"/>
          </a:xfrm>
          <a:prstGeom prst="rect">
            <a:avLst/>
          </a:prstGeom>
        </p:spPr>
        <p:txBody>
          <a:bodyPr wrap="square" lIns="0" tIns="0" rIns="0" bIns="0" rtlCol="0" anchor="t">
            <a:spAutoFit/>
          </a:bodyPr>
          <a:lstStyle/>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Instituto </a:t>
            </a:r>
            <a:r>
              <a:rPr lang="en-US" sz="1200" b="1" dirty="0" err="1">
                <a:solidFill>
                  <a:srgbClr val="000000"/>
                </a:solidFill>
                <a:latin typeface="Century Gothic" panose="020B0502020202020204" pitchFamily="34" charset="0"/>
                <a:ea typeface="Glacial Indifference"/>
                <a:cs typeface="Glacial Indifference"/>
                <a:sym typeface="Glacial Indifference"/>
              </a:rPr>
              <a:t>Tecnológico</a:t>
            </a:r>
            <a:r>
              <a:rPr lang="en-US" sz="1200" b="1" dirty="0">
                <a:solidFill>
                  <a:srgbClr val="000000"/>
                </a:solidFill>
                <a:latin typeface="Century Gothic" panose="020B0502020202020204" pitchFamily="34" charset="0"/>
                <a:ea typeface="Glacial Indifference"/>
                <a:cs typeface="Glacial Indifference"/>
                <a:sym typeface="Glacial Indifference"/>
              </a:rPr>
              <a:t> de Frontera </a:t>
            </a:r>
            <a:r>
              <a:rPr lang="en-US" sz="1200" b="1" dirty="0" err="1">
                <a:solidFill>
                  <a:srgbClr val="000000"/>
                </a:solidFill>
                <a:latin typeface="Century Gothic" panose="020B0502020202020204" pitchFamily="34" charset="0"/>
                <a:ea typeface="Glacial Indifference"/>
                <a:cs typeface="Glacial Indifference"/>
                <a:sym typeface="Glacial Indifference"/>
              </a:rPr>
              <a:t>Comalapa</a:t>
            </a:r>
            <a:endParaRPr lang="en-US" sz="1200" b="1" dirty="0">
              <a:solidFill>
                <a:srgbClr val="000000"/>
              </a:solidFill>
              <a:latin typeface="Century Gothic" panose="020B0502020202020204" pitchFamily="34" charset="0"/>
              <a:ea typeface="Glacial Indifference"/>
              <a:cs typeface="Glacial Indifference"/>
              <a:sym typeface="Glacial Indifference"/>
            </a:endParaRPr>
          </a:p>
          <a:p>
            <a:pPr algn="ctr">
              <a:lnSpc>
                <a:spcPct val="150000"/>
              </a:lnSpc>
              <a:spcBef>
                <a:spcPct val="0"/>
              </a:spcBef>
            </a:pPr>
            <a:r>
              <a:rPr lang="en-US" sz="1200" b="1" dirty="0" err="1">
                <a:solidFill>
                  <a:srgbClr val="000000"/>
                </a:solidFill>
                <a:latin typeface="Century Gothic" panose="020B0502020202020204" pitchFamily="34" charset="0"/>
                <a:ea typeface="Glacial Indifference"/>
                <a:cs typeface="Glacial Indifference"/>
                <a:sym typeface="Glacial Indifference"/>
              </a:rPr>
              <a:t>Modalidad</a:t>
            </a:r>
            <a:r>
              <a:rPr lang="en-US" sz="1200" b="1" dirty="0">
                <a:solidFill>
                  <a:srgbClr val="000000"/>
                </a:solidFill>
                <a:latin typeface="Century Gothic" panose="020B0502020202020204" pitchFamily="34" charset="0"/>
                <a:ea typeface="Glacial Indifference"/>
                <a:cs typeface="Glacial Indifference"/>
                <a:sym typeface="Glacial Indifference"/>
              </a:rPr>
              <a:t> Mixta</a:t>
            </a:r>
          </a:p>
          <a:p>
            <a:pPr algn="ctr">
              <a:lnSpc>
                <a:spcPct val="150000"/>
              </a:lnSpc>
              <a:spcBef>
                <a:spcPct val="0"/>
              </a:spcBef>
            </a:pPr>
            <a:endParaRPr lang="en-US" sz="1200" b="1" dirty="0">
              <a:solidFill>
                <a:srgbClr val="000000"/>
              </a:solidFill>
              <a:latin typeface="Century Gothic" panose="020B0502020202020204" pitchFamily="34" charset="0"/>
              <a:ea typeface="Glacial Indifference"/>
              <a:cs typeface="Glacial Indifference"/>
              <a:sym typeface="Glacial Indifference"/>
            </a:endParaRP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Materia:</a:t>
            </a:r>
          </a:p>
          <a:p>
            <a:pPr algn="ctr">
              <a:lnSpc>
                <a:spcPct val="150000"/>
              </a:lnSpc>
              <a:spcBef>
                <a:spcPct val="0"/>
              </a:spcBef>
            </a:pPr>
            <a:r>
              <a:rPr lang="en-US" sz="1200" b="1" dirty="0" err="1">
                <a:solidFill>
                  <a:srgbClr val="000000"/>
                </a:solidFill>
                <a:latin typeface="Century Gothic" panose="020B0502020202020204" pitchFamily="34" charset="0"/>
                <a:ea typeface="Glacial Indifference"/>
                <a:cs typeface="Glacial Indifference"/>
                <a:sym typeface="Glacial Indifference"/>
              </a:rPr>
              <a:t>Estructura</a:t>
            </a:r>
            <a:r>
              <a:rPr lang="en-US" sz="1200" b="1" dirty="0">
                <a:solidFill>
                  <a:srgbClr val="000000"/>
                </a:solidFill>
                <a:latin typeface="Century Gothic" panose="020B0502020202020204" pitchFamily="34" charset="0"/>
                <a:ea typeface="Glacial Indifference"/>
                <a:cs typeface="Glacial Indifference"/>
                <a:sym typeface="Glacial Indifference"/>
              </a:rPr>
              <a:t> de Datos</a:t>
            </a:r>
          </a:p>
          <a:p>
            <a:pPr algn="ctr">
              <a:lnSpc>
                <a:spcPct val="150000"/>
              </a:lnSpc>
              <a:spcBef>
                <a:spcPct val="0"/>
              </a:spcBef>
            </a:pPr>
            <a:r>
              <a:rPr lang="en-US" sz="1200" b="1" dirty="0" err="1">
                <a:solidFill>
                  <a:srgbClr val="000000"/>
                </a:solidFill>
                <a:latin typeface="Century Gothic" panose="020B0502020202020204" pitchFamily="34" charset="0"/>
                <a:ea typeface="Glacial Indifference"/>
                <a:cs typeface="Glacial Indifference"/>
                <a:sym typeface="Glacial Indifference"/>
              </a:rPr>
              <a:t>Semestre</a:t>
            </a:r>
            <a:r>
              <a:rPr lang="en-US" sz="1200" b="1" dirty="0">
                <a:solidFill>
                  <a:srgbClr val="000000"/>
                </a:solidFill>
                <a:latin typeface="Century Gothic" panose="020B0502020202020204" pitchFamily="34" charset="0"/>
                <a:ea typeface="Glacial Indifference"/>
                <a:cs typeface="Glacial Indifference"/>
                <a:sym typeface="Glacial Indifference"/>
              </a:rPr>
              <a:t>: </a:t>
            </a: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Quinto </a:t>
            </a:r>
            <a:r>
              <a:rPr lang="en-US" sz="1200" b="1" dirty="0" err="1">
                <a:solidFill>
                  <a:srgbClr val="000000"/>
                </a:solidFill>
                <a:latin typeface="Century Gothic" panose="020B0502020202020204" pitchFamily="34" charset="0"/>
                <a:ea typeface="Glacial Indifference"/>
                <a:cs typeface="Glacial Indifference"/>
                <a:sym typeface="Glacial Indifference"/>
              </a:rPr>
              <a:t>semestre</a:t>
            </a:r>
            <a:r>
              <a:rPr lang="en-US" sz="1200" b="1" dirty="0">
                <a:solidFill>
                  <a:srgbClr val="000000"/>
                </a:solidFill>
                <a:latin typeface="Century Gothic" panose="020B0502020202020204" pitchFamily="34" charset="0"/>
                <a:ea typeface="Glacial Indifference"/>
                <a:cs typeface="Glacial Indifference"/>
                <a:sym typeface="Glacial Indifference"/>
              </a:rPr>
              <a:t> </a:t>
            </a:r>
          </a:p>
          <a:p>
            <a:pPr algn="ctr">
              <a:lnSpc>
                <a:spcPct val="150000"/>
              </a:lnSpc>
              <a:spcBef>
                <a:spcPct val="0"/>
              </a:spcBef>
            </a:pPr>
            <a:r>
              <a:rPr lang="en-US" sz="1200" b="1" dirty="0" err="1">
                <a:solidFill>
                  <a:srgbClr val="000000"/>
                </a:solidFill>
                <a:latin typeface="Century Gothic" panose="020B0502020202020204" pitchFamily="34" charset="0"/>
                <a:ea typeface="Glacial Indifference"/>
                <a:cs typeface="Glacial Indifference"/>
                <a:sym typeface="Glacial Indifference"/>
              </a:rPr>
              <a:t>Especialidad</a:t>
            </a:r>
            <a:r>
              <a:rPr lang="en-US" sz="1200" b="1" dirty="0">
                <a:solidFill>
                  <a:srgbClr val="000000"/>
                </a:solidFill>
                <a:latin typeface="Century Gothic" panose="020B0502020202020204" pitchFamily="34" charset="0"/>
                <a:ea typeface="Glacial Indifference"/>
                <a:cs typeface="Glacial Indifference"/>
                <a:sym typeface="Glacial Indifference"/>
              </a:rPr>
              <a:t>:</a:t>
            </a: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Ingeniería </a:t>
            </a:r>
            <a:r>
              <a:rPr lang="en-US" sz="1200" b="1" dirty="0" err="1">
                <a:solidFill>
                  <a:srgbClr val="000000"/>
                </a:solidFill>
                <a:latin typeface="Century Gothic" panose="020B0502020202020204" pitchFamily="34" charset="0"/>
                <a:ea typeface="Glacial Indifference"/>
                <a:cs typeface="Glacial Indifference"/>
                <a:sym typeface="Glacial Indifference"/>
              </a:rPr>
              <a:t>en</a:t>
            </a:r>
            <a:r>
              <a:rPr lang="en-US" sz="1200" b="1" dirty="0">
                <a:solidFill>
                  <a:srgbClr val="000000"/>
                </a:solidFill>
                <a:latin typeface="Century Gothic" panose="020B0502020202020204" pitchFamily="34" charset="0"/>
                <a:ea typeface="Glacial Indifference"/>
                <a:cs typeface="Glacial Indifference"/>
                <a:sym typeface="Glacial Indifference"/>
              </a:rPr>
              <a:t> Sistemas </a:t>
            </a:r>
            <a:r>
              <a:rPr lang="en-US" sz="1200" b="1" dirty="0" err="1">
                <a:solidFill>
                  <a:srgbClr val="000000"/>
                </a:solidFill>
                <a:latin typeface="Century Gothic" panose="020B0502020202020204" pitchFamily="34" charset="0"/>
                <a:ea typeface="Glacial Indifference"/>
                <a:cs typeface="Glacial Indifference"/>
                <a:sym typeface="Glacial Indifference"/>
              </a:rPr>
              <a:t>Computacionales</a:t>
            </a:r>
            <a:r>
              <a:rPr lang="en-US" sz="1200" b="1" dirty="0">
                <a:solidFill>
                  <a:srgbClr val="000000"/>
                </a:solidFill>
                <a:latin typeface="Century Gothic" panose="020B0502020202020204" pitchFamily="34" charset="0"/>
                <a:ea typeface="Glacial Indifference"/>
                <a:cs typeface="Glacial Indifference"/>
                <a:sym typeface="Glacial Indifference"/>
              </a:rPr>
              <a:t>.</a:t>
            </a:r>
          </a:p>
          <a:p>
            <a:pPr algn="ctr">
              <a:lnSpc>
                <a:spcPct val="150000"/>
              </a:lnSpc>
              <a:spcBef>
                <a:spcPct val="0"/>
              </a:spcBef>
            </a:pPr>
            <a:r>
              <a:rPr lang="en-US" sz="1200" b="1" dirty="0" err="1">
                <a:solidFill>
                  <a:srgbClr val="000000"/>
                </a:solidFill>
                <a:latin typeface="Century Gothic" panose="020B0502020202020204" pitchFamily="34" charset="0"/>
                <a:ea typeface="Glacial Indifference"/>
                <a:cs typeface="Glacial Indifference"/>
                <a:sym typeface="Glacial Indifference"/>
              </a:rPr>
              <a:t>Numero</a:t>
            </a:r>
            <a:r>
              <a:rPr lang="en-US" sz="1200" b="1" dirty="0">
                <a:solidFill>
                  <a:srgbClr val="000000"/>
                </a:solidFill>
                <a:latin typeface="Century Gothic" panose="020B0502020202020204" pitchFamily="34" charset="0"/>
                <a:ea typeface="Glacial Indifference"/>
                <a:cs typeface="Glacial Indifference"/>
                <a:sym typeface="Glacial Indifference"/>
              </a:rPr>
              <a:t> de control:</a:t>
            </a: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231260014</a:t>
            </a: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Nombre del </a:t>
            </a:r>
            <a:r>
              <a:rPr lang="en-US" sz="1200" b="1" dirty="0" err="1">
                <a:solidFill>
                  <a:srgbClr val="000000"/>
                </a:solidFill>
                <a:latin typeface="Century Gothic" panose="020B0502020202020204" pitchFamily="34" charset="0"/>
                <a:ea typeface="Glacial Indifference"/>
                <a:cs typeface="Glacial Indifference"/>
                <a:sym typeface="Glacial Indifference"/>
              </a:rPr>
              <a:t>alumno</a:t>
            </a:r>
            <a:r>
              <a:rPr lang="en-US" sz="1200" b="1" dirty="0">
                <a:solidFill>
                  <a:srgbClr val="000000"/>
                </a:solidFill>
                <a:latin typeface="Century Gothic" panose="020B0502020202020204" pitchFamily="34" charset="0"/>
                <a:ea typeface="Glacial Indifference"/>
                <a:cs typeface="Glacial Indifference"/>
                <a:sym typeface="Glacial Indifference"/>
              </a:rPr>
              <a:t>: </a:t>
            </a: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Cynthia Jasmine Morales Torres</a:t>
            </a: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Nombre del </a:t>
            </a:r>
            <a:r>
              <a:rPr lang="en-US" sz="1200" b="1" dirty="0" err="1">
                <a:solidFill>
                  <a:srgbClr val="000000"/>
                </a:solidFill>
                <a:latin typeface="Century Gothic" panose="020B0502020202020204" pitchFamily="34" charset="0"/>
                <a:ea typeface="Glacial Indifference"/>
                <a:cs typeface="Glacial Indifference"/>
                <a:sym typeface="Glacial Indifference"/>
              </a:rPr>
              <a:t>docente</a:t>
            </a:r>
            <a:r>
              <a:rPr lang="en-US" sz="1200" b="1" dirty="0">
                <a:solidFill>
                  <a:srgbClr val="000000"/>
                </a:solidFill>
                <a:latin typeface="Century Gothic" panose="020B0502020202020204" pitchFamily="34" charset="0"/>
                <a:ea typeface="Glacial Indifference"/>
                <a:cs typeface="Glacial Indifference"/>
                <a:sym typeface="Glacial Indifference"/>
              </a:rPr>
              <a:t>: </a:t>
            </a: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Ing. Francisco Javier Mingo Velazquez</a:t>
            </a: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Nombre del </a:t>
            </a:r>
            <a:r>
              <a:rPr lang="en-US" sz="1200" b="1" dirty="0" err="1">
                <a:solidFill>
                  <a:srgbClr val="000000"/>
                </a:solidFill>
                <a:latin typeface="Century Gothic" panose="020B0502020202020204" pitchFamily="34" charset="0"/>
                <a:ea typeface="Glacial Indifference"/>
                <a:cs typeface="Glacial Indifference"/>
                <a:sym typeface="Glacial Indifference"/>
              </a:rPr>
              <a:t>trabajo</a:t>
            </a:r>
            <a:r>
              <a:rPr lang="en-US" sz="1200" b="1" dirty="0">
                <a:solidFill>
                  <a:srgbClr val="000000"/>
                </a:solidFill>
                <a:latin typeface="Century Gothic" panose="020B0502020202020204" pitchFamily="34" charset="0"/>
                <a:ea typeface="Glacial Indifference"/>
                <a:cs typeface="Glacial Indifference"/>
                <a:sym typeface="Glacial Indifference"/>
              </a:rPr>
              <a:t>:</a:t>
            </a: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4.2 </a:t>
            </a:r>
            <a:r>
              <a:rPr lang="en-US" sz="1200" b="1" dirty="0" err="1">
                <a:solidFill>
                  <a:srgbClr val="000000"/>
                </a:solidFill>
                <a:latin typeface="Century Gothic" panose="020B0502020202020204" pitchFamily="34" charset="0"/>
                <a:ea typeface="Glacial Indifference"/>
                <a:cs typeface="Glacial Indifference"/>
                <a:sym typeface="Glacial Indifference"/>
              </a:rPr>
              <a:t>Reporte</a:t>
            </a:r>
            <a:r>
              <a:rPr lang="en-US" sz="1200" b="1" dirty="0">
                <a:solidFill>
                  <a:srgbClr val="000000"/>
                </a:solidFill>
                <a:latin typeface="Century Gothic" panose="020B0502020202020204" pitchFamily="34" charset="0"/>
                <a:ea typeface="Glacial Indifference"/>
                <a:cs typeface="Glacial Indifference"/>
                <a:sym typeface="Glacial Indifference"/>
              </a:rPr>
              <a:t> de </a:t>
            </a:r>
            <a:r>
              <a:rPr lang="en-US" sz="1200" b="1" dirty="0" err="1">
                <a:solidFill>
                  <a:srgbClr val="000000"/>
                </a:solidFill>
                <a:latin typeface="Century Gothic" panose="020B0502020202020204" pitchFamily="34" charset="0"/>
                <a:ea typeface="Glacial Indifference"/>
                <a:cs typeface="Glacial Indifference"/>
                <a:sym typeface="Glacial Indifference"/>
              </a:rPr>
              <a:t>Practica</a:t>
            </a:r>
            <a:endParaRPr lang="en-US" sz="1200" b="1" dirty="0">
              <a:solidFill>
                <a:srgbClr val="000000"/>
              </a:solidFill>
              <a:latin typeface="Century Gothic" panose="020B0502020202020204" pitchFamily="34" charset="0"/>
              <a:ea typeface="Glacial Indifference"/>
              <a:cs typeface="Glacial Indifference"/>
              <a:sym typeface="Glacial Indifference"/>
            </a:endParaRPr>
          </a:p>
          <a:p>
            <a:pPr algn="ctr">
              <a:lnSpc>
                <a:spcPct val="150000"/>
              </a:lnSpc>
              <a:spcBef>
                <a:spcPct val="0"/>
              </a:spcBef>
            </a:pPr>
            <a:r>
              <a:rPr lang="en-US" sz="1200" b="1" dirty="0" err="1">
                <a:solidFill>
                  <a:srgbClr val="000000"/>
                </a:solidFill>
                <a:latin typeface="Century Gothic" panose="020B0502020202020204" pitchFamily="34" charset="0"/>
                <a:ea typeface="Glacial Indifference"/>
                <a:cs typeface="Glacial Indifference"/>
                <a:sym typeface="Glacial Indifference"/>
              </a:rPr>
              <a:t>Fecha</a:t>
            </a:r>
            <a:r>
              <a:rPr lang="en-US" sz="1200" b="1" dirty="0">
                <a:solidFill>
                  <a:srgbClr val="000000"/>
                </a:solidFill>
                <a:latin typeface="Century Gothic" panose="020B0502020202020204" pitchFamily="34" charset="0"/>
                <a:ea typeface="Glacial Indifference"/>
                <a:cs typeface="Glacial Indifference"/>
                <a:sym typeface="Glacial Indifference"/>
              </a:rPr>
              <a:t> de </a:t>
            </a:r>
            <a:r>
              <a:rPr lang="en-US" sz="1200" b="1" dirty="0" err="1">
                <a:solidFill>
                  <a:srgbClr val="000000"/>
                </a:solidFill>
                <a:latin typeface="Century Gothic" panose="020B0502020202020204" pitchFamily="34" charset="0"/>
                <a:ea typeface="Glacial Indifference"/>
                <a:cs typeface="Glacial Indifference"/>
                <a:sym typeface="Glacial Indifference"/>
              </a:rPr>
              <a:t>entrega</a:t>
            </a:r>
            <a:r>
              <a:rPr lang="en-US" sz="1200" b="1" dirty="0">
                <a:solidFill>
                  <a:srgbClr val="000000"/>
                </a:solidFill>
                <a:latin typeface="Century Gothic" panose="020B0502020202020204" pitchFamily="34" charset="0"/>
                <a:ea typeface="Glacial Indifference"/>
                <a:cs typeface="Glacial Indifference"/>
                <a:sym typeface="Glacial Indifference"/>
              </a:rPr>
              <a:t>:</a:t>
            </a:r>
          </a:p>
          <a:p>
            <a:pPr algn="ctr">
              <a:lnSpc>
                <a:spcPct val="150000"/>
              </a:lnSpc>
              <a:spcBef>
                <a:spcPct val="0"/>
              </a:spcBef>
            </a:pPr>
            <a:endParaRPr lang="en-US" sz="1200" b="1" dirty="0">
              <a:solidFill>
                <a:srgbClr val="000000"/>
              </a:solidFill>
              <a:latin typeface="Century Gothic" panose="020B0502020202020204" pitchFamily="34" charset="0"/>
              <a:ea typeface="Glacial Indifference"/>
              <a:cs typeface="Glacial Indifference"/>
              <a:sym typeface="Glacial Indifference"/>
            </a:endParaRP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Frontera </a:t>
            </a:r>
            <a:r>
              <a:rPr lang="en-US" sz="1200" b="1" dirty="0" err="1">
                <a:solidFill>
                  <a:srgbClr val="000000"/>
                </a:solidFill>
                <a:latin typeface="Century Gothic" panose="020B0502020202020204" pitchFamily="34" charset="0"/>
                <a:ea typeface="Glacial Indifference"/>
                <a:cs typeface="Glacial Indifference"/>
                <a:sym typeface="Glacial Indifference"/>
              </a:rPr>
              <a:t>Comalapa</a:t>
            </a:r>
            <a:r>
              <a:rPr lang="en-US" sz="1200" b="1" dirty="0">
                <a:solidFill>
                  <a:srgbClr val="000000"/>
                </a:solidFill>
                <a:latin typeface="Century Gothic" panose="020B0502020202020204" pitchFamily="34" charset="0"/>
                <a:ea typeface="Glacial Indifference"/>
                <a:cs typeface="Glacial Indifference"/>
                <a:sym typeface="Glacial Indifference"/>
              </a:rPr>
              <a:t>, Chiapas. A 25 de </a:t>
            </a:r>
            <a:r>
              <a:rPr lang="en-US" sz="1200" b="1" dirty="0" err="1">
                <a:solidFill>
                  <a:srgbClr val="000000"/>
                </a:solidFill>
                <a:latin typeface="Century Gothic" panose="020B0502020202020204" pitchFamily="34" charset="0"/>
                <a:ea typeface="Glacial Indifference"/>
                <a:cs typeface="Glacial Indifference"/>
                <a:sym typeface="Glacial Indifference"/>
              </a:rPr>
              <a:t>Noviembre</a:t>
            </a:r>
            <a:r>
              <a:rPr lang="en-US" sz="1200" b="1" dirty="0">
                <a:solidFill>
                  <a:srgbClr val="000000"/>
                </a:solidFill>
                <a:latin typeface="Century Gothic" panose="020B0502020202020204" pitchFamily="34" charset="0"/>
                <a:ea typeface="Glacial Indifference"/>
                <a:cs typeface="Glacial Indifference"/>
                <a:sym typeface="Glacial Indifference"/>
              </a:rPr>
              <a:t> de 2025</a:t>
            </a:r>
          </a:p>
        </p:txBody>
      </p:sp>
      <p:sp>
        <p:nvSpPr>
          <p:cNvPr id="11" name="Freeform 3">
            <a:extLst>
              <a:ext uri="{FF2B5EF4-FFF2-40B4-BE49-F238E27FC236}">
                <a16:creationId xmlns:a16="http://schemas.microsoft.com/office/drawing/2014/main" id="{749AEAB4-E661-FBE4-F34B-B408DD7F132F}"/>
              </a:ext>
            </a:extLst>
          </p:cNvPr>
          <p:cNvSpPr/>
          <p:nvPr/>
        </p:nvSpPr>
        <p:spPr>
          <a:xfrm>
            <a:off x="342899" y="130506"/>
            <a:ext cx="1985447" cy="917245"/>
          </a:xfrm>
          <a:custGeom>
            <a:avLst/>
            <a:gdLst/>
            <a:ahLst/>
            <a:cxnLst/>
            <a:rect l="l" t="t" r="r" b="b"/>
            <a:pathLst>
              <a:path w="3135296" h="1339792">
                <a:moveTo>
                  <a:pt x="0" y="0"/>
                </a:moveTo>
                <a:lnTo>
                  <a:pt x="3135296" y="0"/>
                </a:lnTo>
                <a:lnTo>
                  <a:pt x="3135296" y="1339792"/>
                </a:lnTo>
                <a:lnTo>
                  <a:pt x="0" y="1339792"/>
                </a:lnTo>
                <a:lnTo>
                  <a:pt x="0" y="0"/>
                </a:lnTo>
                <a:close/>
              </a:path>
            </a:pathLst>
          </a:custGeom>
          <a:blipFill>
            <a:blip r:embed="rId2"/>
            <a:stretch>
              <a:fillRect/>
            </a:stretch>
          </a:blipFill>
        </p:spPr>
      </p:sp>
      <p:sp>
        <p:nvSpPr>
          <p:cNvPr id="12" name="Freeform 4">
            <a:extLst>
              <a:ext uri="{FF2B5EF4-FFF2-40B4-BE49-F238E27FC236}">
                <a16:creationId xmlns:a16="http://schemas.microsoft.com/office/drawing/2014/main" id="{7E618D15-6BE8-3983-0657-9B0A625B51A6}"/>
              </a:ext>
            </a:extLst>
          </p:cNvPr>
          <p:cNvSpPr/>
          <p:nvPr/>
        </p:nvSpPr>
        <p:spPr>
          <a:xfrm>
            <a:off x="7415487" y="203069"/>
            <a:ext cx="1385614" cy="844682"/>
          </a:xfrm>
          <a:custGeom>
            <a:avLst/>
            <a:gdLst/>
            <a:ahLst/>
            <a:cxnLst/>
            <a:rect l="l" t="t" r="r" b="b"/>
            <a:pathLst>
              <a:path w="2019078" h="1652713">
                <a:moveTo>
                  <a:pt x="0" y="0"/>
                </a:moveTo>
                <a:lnTo>
                  <a:pt x="2019078" y="0"/>
                </a:lnTo>
                <a:lnTo>
                  <a:pt x="2019078" y="1652713"/>
                </a:lnTo>
                <a:lnTo>
                  <a:pt x="0" y="1652713"/>
                </a:lnTo>
                <a:lnTo>
                  <a:pt x="0" y="0"/>
                </a:lnTo>
                <a:close/>
              </a:path>
            </a:pathLst>
          </a:custGeom>
          <a:blipFill>
            <a:blip r:embed="rId3"/>
            <a:stretch>
              <a:fillRect/>
            </a:stretch>
          </a:blipFill>
        </p:spPr>
      </p:sp>
      <p:sp>
        <p:nvSpPr>
          <p:cNvPr id="13" name="Freeform 5">
            <a:extLst>
              <a:ext uri="{FF2B5EF4-FFF2-40B4-BE49-F238E27FC236}">
                <a16:creationId xmlns:a16="http://schemas.microsoft.com/office/drawing/2014/main" id="{00EE2AA3-F6A0-AF6E-4B1A-077A9A648AFF}"/>
              </a:ext>
            </a:extLst>
          </p:cNvPr>
          <p:cNvSpPr/>
          <p:nvPr/>
        </p:nvSpPr>
        <p:spPr>
          <a:xfrm>
            <a:off x="3202745" y="181027"/>
            <a:ext cx="2802166" cy="584341"/>
          </a:xfrm>
          <a:custGeom>
            <a:avLst/>
            <a:gdLst/>
            <a:ahLst/>
            <a:cxnLst/>
            <a:rect l="l" t="t" r="r" b="b"/>
            <a:pathLst>
              <a:path w="4428347" h="916210">
                <a:moveTo>
                  <a:pt x="0" y="0"/>
                </a:moveTo>
                <a:lnTo>
                  <a:pt x="4428347" y="0"/>
                </a:lnTo>
                <a:lnTo>
                  <a:pt x="4428347" y="916210"/>
                </a:lnTo>
                <a:lnTo>
                  <a:pt x="0" y="916210"/>
                </a:lnTo>
                <a:lnTo>
                  <a:pt x="0" y="0"/>
                </a:lnTo>
                <a:close/>
              </a:path>
            </a:pathLst>
          </a:custGeom>
          <a:blipFill>
            <a:blip r:embed="rId4"/>
            <a:stretch>
              <a:fillRect/>
            </a:stretch>
          </a:blipFill>
        </p:spPr>
      </p:sp>
    </p:spTree>
    <p:extLst>
      <p:ext uri="{BB962C8B-B14F-4D97-AF65-F5344CB8AC3E}">
        <p14:creationId xmlns:p14="http://schemas.microsoft.com/office/powerpoint/2010/main" val="36396108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D7998FA-32E6-9909-CEDC-69CB85E8FC32}"/>
              </a:ext>
            </a:extLst>
          </p:cNvPr>
          <p:cNvSpPr>
            <a:spLocks noGrp="1"/>
          </p:cNvSpPr>
          <p:nvPr>
            <p:ph type="title"/>
          </p:nvPr>
        </p:nvSpPr>
        <p:spPr/>
        <p:txBody>
          <a:bodyPr/>
          <a:lstStyle/>
          <a:p>
            <a:r>
              <a:rPr lang="es-MX" dirty="0">
                <a:latin typeface="Century Gothic" panose="020B0502020202020204" pitchFamily="34" charset="0"/>
              </a:rPr>
              <a:t>Introducción </a:t>
            </a:r>
          </a:p>
        </p:txBody>
      </p:sp>
      <p:sp>
        <p:nvSpPr>
          <p:cNvPr id="3" name="Marcador de contenido 2">
            <a:extLst>
              <a:ext uri="{FF2B5EF4-FFF2-40B4-BE49-F238E27FC236}">
                <a16:creationId xmlns:a16="http://schemas.microsoft.com/office/drawing/2014/main" id="{01FB6C4A-1728-C3A8-FD61-34B1280D3783}"/>
              </a:ext>
            </a:extLst>
          </p:cNvPr>
          <p:cNvSpPr>
            <a:spLocks noGrp="1"/>
          </p:cNvSpPr>
          <p:nvPr>
            <p:ph idx="1"/>
          </p:nvPr>
        </p:nvSpPr>
        <p:spPr/>
        <p:txBody>
          <a:bodyPr>
            <a:normAutofit/>
          </a:bodyPr>
          <a:lstStyle/>
          <a:p>
            <a:pPr marL="0" indent="0" algn="just">
              <a:buNone/>
            </a:pPr>
            <a:r>
              <a:rPr lang="es-MX" sz="1800" dirty="0">
                <a:latin typeface="Century Gothic" panose="020B0502020202020204" pitchFamily="34" charset="0"/>
              </a:rPr>
              <a:t>Las estructuras de datos no lineales permiten organizar la información de manera jerárquica o en forma de redes, facilitando la representación de relaciones complejas entre los datos. Entre las más importantes se encuentran los árboles y los grafos, los cuales son ampliamente utilizados en áreas como bases de datos, redes, inteligencia artificial y sistemas de información.</a:t>
            </a:r>
          </a:p>
          <a:p>
            <a:pPr marL="0" indent="0" algn="just">
              <a:buNone/>
            </a:pPr>
            <a:r>
              <a:rPr lang="es-MX" sz="1800" dirty="0">
                <a:latin typeface="Century Gothic" panose="020B0502020202020204" pitchFamily="34" charset="0"/>
              </a:rPr>
              <a:t>En este trabajo se desarrollaron distintos programas en Java utilizando </a:t>
            </a:r>
            <a:r>
              <a:rPr lang="es-MX" sz="1800" dirty="0" err="1">
                <a:latin typeface="Century Gothic" panose="020B0502020202020204" pitchFamily="34" charset="0"/>
              </a:rPr>
              <a:t>JavaFX</a:t>
            </a:r>
            <a:r>
              <a:rPr lang="es-MX" sz="1800" dirty="0">
                <a:latin typeface="Century Gothic" panose="020B0502020202020204" pitchFamily="34" charset="0"/>
              </a:rPr>
              <a:t>, con el objetivo de implementar y comprender el funcionamiento de estructuras no lineales mediante la creación de árboles binarios y grafos, así como la aplicación de recorridos que permiten explorar dichas estructuras.</a:t>
            </a:r>
          </a:p>
          <a:p>
            <a:pPr marL="0" indent="0" algn="just">
              <a:buNone/>
            </a:pPr>
            <a:endParaRPr lang="es-MX" sz="1800" dirty="0">
              <a:latin typeface="Century Gothic" panose="020B0502020202020204" pitchFamily="34" charset="0"/>
            </a:endParaRPr>
          </a:p>
        </p:txBody>
      </p:sp>
    </p:spTree>
    <p:extLst>
      <p:ext uri="{BB962C8B-B14F-4D97-AF65-F5344CB8AC3E}">
        <p14:creationId xmlns:p14="http://schemas.microsoft.com/office/powerpoint/2010/main" val="355323090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BBC4888-903E-EF26-3C03-613F8E16CD97}"/>
              </a:ext>
            </a:extLst>
          </p:cNvPr>
          <p:cNvSpPr>
            <a:spLocks noGrp="1"/>
          </p:cNvSpPr>
          <p:nvPr>
            <p:ph type="title"/>
          </p:nvPr>
        </p:nvSpPr>
        <p:spPr/>
        <p:txBody>
          <a:bodyPr/>
          <a:lstStyle/>
          <a:p>
            <a:r>
              <a:rPr lang="es-MX" dirty="0">
                <a:latin typeface="Century Gothic" panose="020B0502020202020204" pitchFamily="34" charset="0"/>
              </a:rPr>
              <a:t>Justificación </a:t>
            </a:r>
          </a:p>
        </p:txBody>
      </p:sp>
      <p:sp>
        <p:nvSpPr>
          <p:cNvPr id="3" name="Marcador de contenido 2">
            <a:extLst>
              <a:ext uri="{FF2B5EF4-FFF2-40B4-BE49-F238E27FC236}">
                <a16:creationId xmlns:a16="http://schemas.microsoft.com/office/drawing/2014/main" id="{FFF0EACC-8433-115A-EEDB-6F5877AD624C}"/>
              </a:ext>
            </a:extLst>
          </p:cNvPr>
          <p:cNvSpPr>
            <a:spLocks noGrp="1"/>
          </p:cNvSpPr>
          <p:nvPr>
            <p:ph idx="1"/>
          </p:nvPr>
        </p:nvSpPr>
        <p:spPr/>
        <p:txBody>
          <a:bodyPr>
            <a:normAutofit/>
          </a:bodyPr>
          <a:lstStyle/>
          <a:p>
            <a:pPr marL="0" indent="0" algn="just">
              <a:buNone/>
            </a:pPr>
            <a:r>
              <a:rPr lang="es-MX" sz="2000" dirty="0">
                <a:latin typeface="Century Gothic" panose="020B0502020202020204" pitchFamily="34" charset="0"/>
              </a:rPr>
              <a:t>El estudio de las estructuras no lineales es fundamental en la formación de un ingeniero en sistemas, ya que estas permiten modelar problemas reales donde los datos no siguen un orden secuencial. Los árboles facilitan la organización jerárquica de la información, mientras que los grafos permiten representar relaciones entre múltiples elementos.</a:t>
            </a:r>
          </a:p>
          <a:p>
            <a:pPr marL="0" indent="0" algn="just">
              <a:buNone/>
            </a:pPr>
            <a:r>
              <a:rPr lang="es-MX" sz="2000" dirty="0">
                <a:latin typeface="Century Gothic" panose="020B0502020202020204" pitchFamily="34" charset="0"/>
              </a:rPr>
              <a:t>La implementación práctica mediante Java y </a:t>
            </a:r>
            <a:r>
              <a:rPr lang="es-MX" sz="2000" dirty="0" err="1">
                <a:latin typeface="Century Gothic" panose="020B0502020202020204" pitchFamily="34" charset="0"/>
              </a:rPr>
              <a:t>JavaFX</a:t>
            </a:r>
            <a:r>
              <a:rPr lang="es-MX" sz="2000" dirty="0">
                <a:latin typeface="Century Gothic" panose="020B0502020202020204" pitchFamily="34" charset="0"/>
              </a:rPr>
              <a:t> fortalece la comprensión teórica, al permitir observar de manera visual y funcional cómo se agregan nodos, se establecen relaciones y se realizan recorridos. Esto contribuye al desarrollo de habilidades en programación, lógica computacional y diseño de interfaces gráficas.</a:t>
            </a:r>
          </a:p>
          <a:p>
            <a:pPr marL="0" indent="0" algn="just">
              <a:buNone/>
            </a:pPr>
            <a:endParaRPr lang="es-MX" sz="2000" dirty="0">
              <a:latin typeface="Century Gothic" panose="020B0502020202020204" pitchFamily="34" charset="0"/>
            </a:endParaRPr>
          </a:p>
        </p:txBody>
      </p:sp>
    </p:spTree>
    <p:extLst>
      <p:ext uri="{BB962C8B-B14F-4D97-AF65-F5344CB8AC3E}">
        <p14:creationId xmlns:p14="http://schemas.microsoft.com/office/powerpoint/2010/main" val="791511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4BFE89C-AA38-0330-8E0F-FEA70F77A1CA}"/>
              </a:ext>
            </a:extLst>
          </p:cNvPr>
          <p:cNvSpPr>
            <a:spLocks noGrp="1"/>
          </p:cNvSpPr>
          <p:nvPr>
            <p:ph type="title"/>
          </p:nvPr>
        </p:nvSpPr>
        <p:spPr/>
        <p:txBody>
          <a:bodyPr/>
          <a:lstStyle/>
          <a:p>
            <a:r>
              <a:rPr lang="es-MX" dirty="0"/>
              <a:t>ESTRUCTURAS NO LINEALES </a:t>
            </a:r>
          </a:p>
        </p:txBody>
      </p:sp>
      <p:pic>
        <p:nvPicPr>
          <p:cNvPr id="7" name="Imagen 6">
            <a:extLst>
              <a:ext uri="{FF2B5EF4-FFF2-40B4-BE49-F238E27FC236}">
                <a16:creationId xmlns:a16="http://schemas.microsoft.com/office/drawing/2014/main" id="{00488875-6D9D-2907-B1C5-29E62530041B}"/>
              </a:ext>
            </a:extLst>
          </p:cNvPr>
          <p:cNvPicPr>
            <a:picLocks noChangeAspect="1"/>
          </p:cNvPicPr>
          <p:nvPr/>
        </p:nvPicPr>
        <p:blipFill>
          <a:blip r:embed="rId2"/>
          <a:stretch>
            <a:fillRect/>
          </a:stretch>
        </p:blipFill>
        <p:spPr>
          <a:xfrm>
            <a:off x="340798" y="1690690"/>
            <a:ext cx="4134914" cy="2573085"/>
          </a:xfrm>
          <a:prstGeom prst="rect">
            <a:avLst/>
          </a:prstGeom>
        </p:spPr>
      </p:pic>
      <p:pic>
        <p:nvPicPr>
          <p:cNvPr id="5" name="Marcador de contenido 4">
            <a:extLst>
              <a:ext uri="{FF2B5EF4-FFF2-40B4-BE49-F238E27FC236}">
                <a16:creationId xmlns:a16="http://schemas.microsoft.com/office/drawing/2014/main" id="{D486C50F-3A47-506F-EFEB-DC229BD487E0}"/>
              </a:ext>
            </a:extLst>
          </p:cNvPr>
          <p:cNvPicPr>
            <a:picLocks noGrp="1" noChangeAspect="1"/>
          </p:cNvPicPr>
          <p:nvPr>
            <p:ph idx="1"/>
          </p:nvPr>
        </p:nvPicPr>
        <p:blipFill>
          <a:blip r:embed="rId3"/>
          <a:stretch>
            <a:fillRect/>
          </a:stretch>
        </p:blipFill>
        <p:spPr>
          <a:xfrm>
            <a:off x="4572001" y="1690690"/>
            <a:ext cx="2383940" cy="2573085"/>
          </a:xfrm>
        </p:spPr>
      </p:pic>
      <p:sp>
        <p:nvSpPr>
          <p:cNvPr id="9" name="Rectangle 1">
            <a:extLst>
              <a:ext uri="{FF2B5EF4-FFF2-40B4-BE49-F238E27FC236}">
                <a16:creationId xmlns:a16="http://schemas.microsoft.com/office/drawing/2014/main" id="{529A2C64-6E2E-CD4D-1629-8C15E4F09252}"/>
              </a:ext>
            </a:extLst>
          </p:cNvPr>
          <p:cNvSpPr>
            <a:spLocks noChangeArrowheads="1"/>
          </p:cNvSpPr>
          <p:nvPr/>
        </p:nvSpPr>
        <p:spPr bwMode="auto">
          <a:xfrm>
            <a:off x="352998" y="4337622"/>
            <a:ext cx="8606067" cy="20304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tabLst/>
            </a:pPr>
            <a:r>
              <a:rPr lang="es-MX" altLang="es-MX" dirty="0">
                <a:latin typeface="Bookman Old Style" panose="02050604050505020204" pitchFamily="18" charset="0"/>
              </a:rPr>
              <a:t>Es la primera pantalla que aparece al ejecutar la aplicación. Funciona como un menú de navegación.</a:t>
            </a:r>
            <a:br>
              <a:rPr lang="es-MX" altLang="es-MX" dirty="0">
                <a:latin typeface="Bookman Old Style" panose="02050604050505020204" pitchFamily="18" charset="0"/>
              </a:rPr>
            </a:br>
            <a:r>
              <a:rPr lang="es-MX" altLang="es-MX" dirty="0">
                <a:latin typeface="Bookman Old Style" panose="02050604050505020204" pitchFamily="18" charset="0"/>
              </a:rPr>
              <a:t>Permite al usuario elegir entre trabajar con Árboles o Grafos mediante dos botones:</a:t>
            </a:r>
          </a:p>
          <a:p>
            <a:pPr marL="0" marR="0" lvl="0" indent="0" algn="l" defTabSz="914400" rtl="0" eaLnBrk="0" fontAlgn="base" latinLnBrk="0" hangingPunct="0">
              <a:lnSpc>
                <a:spcPct val="100000"/>
              </a:lnSpc>
              <a:spcBef>
                <a:spcPct val="0"/>
              </a:spcBef>
              <a:spcAft>
                <a:spcPct val="0"/>
              </a:spcAft>
              <a:buClrTx/>
              <a:buSzTx/>
              <a:buFontTx/>
              <a:buChar char="•"/>
              <a:tabLst/>
            </a:pPr>
            <a:r>
              <a:rPr lang="es-MX" altLang="es-MX" dirty="0">
                <a:latin typeface="Bookman Old Style" panose="02050604050505020204" pitchFamily="18" charset="0"/>
              </a:rPr>
              <a:t>Árboles → abre la ventana de gestión de Árboles.</a:t>
            </a:r>
          </a:p>
          <a:p>
            <a:pPr marL="0" marR="0" lvl="0" indent="0" algn="l" defTabSz="914400" rtl="0" eaLnBrk="0" fontAlgn="base" latinLnBrk="0" hangingPunct="0">
              <a:lnSpc>
                <a:spcPct val="100000"/>
              </a:lnSpc>
              <a:spcBef>
                <a:spcPct val="0"/>
              </a:spcBef>
              <a:spcAft>
                <a:spcPct val="0"/>
              </a:spcAft>
              <a:buClrTx/>
              <a:buSzTx/>
              <a:buFontTx/>
              <a:buChar char="•"/>
              <a:tabLst/>
            </a:pPr>
            <a:r>
              <a:rPr lang="es-MX" altLang="es-MX" dirty="0">
                <a:latin typeface="Bookman Old Style" panose="02050604050505020204" pitchFamily="18" charset="0"/>
              </a:rPr>
              <a:t>Grafos → abre la ventana de gestión de Grafos.</a:t>
            </a:r>
          </a:p>
          <a:p>
            <a:pPr marL="0" marR="0" lvl="0" indent="0" algn="l" defTabSz="914400" rtl="0" eaLnBrk="0" fontAlgn="base" latinLnBrk="0" hangingPunct="0">
              <a:lnSpc>
                <a:spcPct val="100000"/>
              </a:lnSpc>
              <a:spcBef>
                <a:spcPct val="0"/>
              </a:spcBef>
              <a:spcAft>
                <a:spcPct val="0"/>
              </a:spcAft>
              <a:buClrTx/>
              <a:buSzTx/>
              <a:buFontTx/>
              <a:buNone/>
              <a:tabLst/>
            </a:pPr>
            <a:endParaRPr lang="es-MX" altLang="es-MX" dirty="0">
              <a:latin typeface="Bookman Old Style" panose="02050604050505020204" pitchFamily="18" charset="0"/>
            </a:endParaRPr>
          </a:p>
        </p:txBody>
      </p:sp>
    </p:spTree>
    <p:extLst>
      <p:ext uri="{BB962C8B-B14F-4D97-AF65-F5344CB8AC3E}">
        <p14:creationId xmlns:p14="http://schemas.microsoft.com/office/powerpoint/2010/main" val="23037590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989EF8D-3088-E5E5-D706-B2003FD7C195}"/>
              </a:ext>
            </a:extLst>
          </p:cNvPr>
          <p:cNvSpPr>
            <a:spLocks noGrp="1"/>
          </p:cNvSpPr>
          <p:nvPr>
            <p:ph type="title"/>
          </p:nvPr>
        </p:nvSpPr>
        <p:spPr>
          <a:xfrm>
            <a:off x="5107589" y="536508"/>
            <a:ext cx="2782369" cy="672563"/>
          </a:xfrm>
        </p:spPr>
        <p:txBody>
          <a:bodyPr>
            <a:normAutofit fontScale="90000"/>
          </a:bodyPr>
          <a:lstStyle/>
          <a:p>
            <a:r>
              <a:rPr lang="es-MX" dirty="0"/>
              <a:t>Árbol binario</a:t>
            </a:r>
          </a:p>
        </p:txBody>
      </p:sp>
      <p:pic>
        <p:nvPicPr>
          <p:cNvPr id="9" name="Imagen 8">
            <a:extLst>
              <a:ext uri="{FF2B5EF4-FFF2-40B4-BE49-F238E27FC236}">
                <a16:creationId xmlns:a16="http://schemas.microsoft.com/office/drawing/2014/main" id="{3130FD8C-50D8-2035-75EC-B914BD2ACE84}"/>
              </a:ext>
            </a:extLst>
          </p:cNvPr>
          <p:cNvPicPr>
            <a:picLocks noChangeAspect="1"/>
          </p:cNvPicPr>
          <p:nvPr/>
        </p:nvPicPr>
        <p:blipFill>
          <a:blip r:embed="rId2"/>
          <a:stretch>
            <a:fillRect/>
          </a:stretch>
        </p:blipFill>
        <p:spPr>
          <a:xfrm>
            <a:off x="4931595" y="3604450"/>
            <a:ext cx="2958363" cy="3143813"/>
          </a:xfrm>
          <a:prstGeom prst="rect">
            <a:avLst/>
          </a:prstGeom>
        </p:spPr>
      </p:pic>
      <p:pic>
        <p:nvPicPr>
          <p:cNvPr id="11" name="Imagen 10">
            <a:extLst>
              <a:ext uri="{FF2B5EF4-FFF2-40B4-BE49-F238E27FC236}">
                <a16:creationId xmlns:a16="http://schemas.microsoft.com/office/drawing/2014/main" id="{0AF80509-AE19-81BE-9883-4E3B06A06B2F}"/>
              </a:ext>
            </a:extLst>
          </p:cNvPr>
          <p:cNvPicPr>
            <a:picLocks noChangeAspect="1"/>
          </p:cNvPicPr>
          <p:nvPr/>
        </p:nvPicPr>
        <p:blipFill>
          <a:blip r:embed="rId3"/>
          <a:stretch>
            <a:fillRect/>
          </a:stretch>
        </p:blipFill>
        <p:spPr>
          <a:xfrm>
            <a:off x="123885" y="109737"/>
            <a:ext cx="2767209" cy="2624210"/>
          </a:xfrm>
          <a:prstGeom prst="rect">
            <a:avLst/>
          </a:prstGeom>
        </p:spPr>
      </p:pic>
      <p:sp>
        <p:nvSpPr>
          <p:cNvPr id="12" name="Rectangle 1">
            <a:extLst>
              <a:ext uri="{FF2B5EF4-FFF2-40B4-BE49-F238E27FC236}">
                <a16:creationId xmlns:a16="http://schemas.microsoft.com/office/drawing/2014/main" id="{E55F6F49-08A2-BBA4-8C73-7766F6EAA6A4}"/>
              </a:ext>
            </a:extLst>
          </p:cNvPr>
          <p:cNvSpPr>
            <a:spLocks noChangeArrowheads="1"/>
          </p:cNvSpPr>
          <p:nvPr/>
        </p:nvSpPr>
        <p:spPr bwMode="auto">
          <a:xfrm>
            <a:off x="2891093" y="1599133"/>
            <a:ext cx="6561131" cy="20621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tabLst/>
            </a:pPr>
            <a:r>
              <a:rPr lang="es-MX" altLang="es-MX" sz="1600" dirty="0">
                <a:latin typeface="Bookman Old Style" panose="02050604050505020204" pitchFamily="18" charset="0"/>
              </a:rPr>
              <a:t>Una interfaz para insertar números en un árbol binario y recorrerlo en orden.</a:t>
            </a:r>
          </a:p>
          <a:p>
            <a:pPr marL="0" marR="0" lvl="0" indent="0" algn="l" defTabSz="914400" rtl="0" eaLnBrk="0" fontAlgn="base" latinLnBrk="0" hangingPunct="0">
              <a:lnSpc>
                <a:spcPct val="100000"/>
              </a:lnSpc>
              <a:spcBef>
                <a:spcPct val="0"/>
              </a:spcBef>
              <a:spcAft>
                <a:spcPct val="0"/>
              </a:spcAft>
              <a:buClrTx/>
              <a:buSzTx/>
              <a:tabLst/>
            </a:pPr>
            <a:br>
              <a:rPr lang="es-MX" altLang="es-MX" sz="1600" dirty="0">
                <a:latin typeface="Bookman Old Style" panose="02050604050505020204" pitchFamily="18" charset="0"/>
              </a:rPr>
            </a:br>
            <a:r>
              <a:rPr lang="es-MX" altLang="es-MX" sz="1600" dirty="0">
                <a:latin typeface="Bookman Old Style" panose="02050604050505020204" pitchFamily="18" charset="0"/>
              </a:rPr>
              <a:t>Permite al usuario:</a:t>
            </a:r>
          </a:p>
          <a:p>
            <a:pPr marL="0" marR="0" lvl="0" indent="0" algn="l" defTabSz="914400" rtl="0" eaLnBrk="0" fontAlgn="base" latinLnBrk="0" hangingPunct="0">
              <a:lnSpc>
                <a:spcPct val="100000"/>
              </a:lnSpc>
              <a:spcBef>
                <a:spcPct val="0"/>
              </a:spcBef>
              <a:spcAft>
                <a:spcPct val="0"/>
              </a:spcAft>
              <a:buClrTx/>
              <a:buSzTx/>
              <a:buFontTx/>
              <a:buAutoNum type="arabicPeriod"/>
              <a:tabLst/>
            </a:pPr>
            <a:r>
              <a:rPr lang="es-MX" altLang="es-MX" sz="1600" dirty="0">
                <a:latin typeface="Bookman Old Style" panose="02050604050505020204" pitchFamily="18" charset="0"/>
              </a:rPr>
              <a:t>Insertar un valor en el árbol.</a:t>
            </a:r>
          </a:p>
          <a:p>
            <a:pPr marL="0" marR="0" lvl="0" indent="0" algn="l" defTabSz="914400" rtl="0" eaLnBrk="0" fontAlgn="base" latinLnBrk="0" hangingPunct="0">
              <a:lnSpc>
                <a:spcPct val="100000"/>
              </a:lnSpc>
              <a:spcBef>
                <a:spcPct val="0"/>
              </a:spcBef>
              <a:spcAft>
                <a:spcPct val="0"/>
              </a:spcAft>
              <a:buClrTx/>
              <a:buSzTx/>
              <a:buFontTx/>
              <a:buAutoNum type="arabicPeriod" startAt="2"/>
              <a:tabLst/>
            </a:pPr>
            <a:r>
              <a:rPr lang="es-MX" altLang="es-MX" sz="1600" dirty="0">
                <a:latin typeface="Bookman Old Style" panose="02050604050505020204" pitchFamily="18" charset="0"/>
              </a:rPr>
              <a:t>Mostrar el recorrido </a:t>
            </a:r>
            <a:r>
              <a:rPr lang="es-MX" altLang="es-MX" sz="1600" dirty="0" err="1">
                <a:latin typeface="Bookman Old Style" panose="02050604050505020204" pitchFamily="18" charset="0"/>
              </a:rPr>
              <a:t>inorden</a:t>
            </a:r>
            <a:r>
              <a:rPr lang="es-MX" altLang="es-MX" sz="1600" dirty="0">
                <a:latin typeface="Bookman Old Style" panose="02050604050505020204" pitchFamily="18" charset="0"/>
              </a:rPr>
              <a:t> (izquierda → nodo → derecha).</a:t>
            </a:r>
          </a:p>
          <a:p>
            <a:pPr marL="0" marR="0" lvl="0" indent="0" algn="l" defTabSz="914400" rtl="0" eaLnBrk="0" fontAlgn="base" latinLnBrk="0" hangingPunct="0">
              <a:lnSpc>
                <a:spcPct val="100000"/>
              </a:lnSpc>
              <a:spcBef>
                <a:spcPct val="0"/>
              </a:spcBef>
              <a:spcAft>
                <a:spcPct val="0"/>
              </a:spcAft>
              <a:buClrTx/>
              <a:buSzTx/>
              <a:buFontTx/>
              <a:buAutoNum type="arabicPeriod" startAt="3"/>
              <a:tabLst/>
            </a:pPr>
            <a:r>
              <a:rPr lang="es-MX" altLang="es-MX" sz="1600" dirty="0">
                <a:latin typeface="Bookman Old Style" panose="02050604050505020204" pitchFamily="18" charset="0"/>
              </a:rPr>
              <a:t>Regresar al menú principal.</a:t>
            </a:r>
          </a:p>
          <a:p>
            <a:pPr marL="0" marR="0" lvl="0" indent="0" algn="l" defTabSz="914400" rtl="0" eaLnBrk="0" fontAlgn="base" latinLnBrk="0" hangingPunct="0">
              <a:lnSpc>
                <a:spcPct val="100000"/>
              </a:lnSpc>
              <a:spcBef>
                <a:spcPct val="0"/>
              </a:spcBef>
              <a:spcAft>
                <a:spcPct val="0"/>
              </a:spcAft>
              <a:buClrTx/>
              <a:buSzTx/>
              <a:buFontTx/>
              <a:buNone/>
              <a:tabLst/>
            </a:pPr>
            <a:endParaRPr lang="es-MX" altLang="es-MX" sz="1600" dirty="0">
              <a:latin typeface="Bookman Old Style" panose="02050604050505020204" pitchFamily="18" charset="0"/>
            </a:endParaRPr>
          </a:p>
        </p:txBody>
      </p:sp>
      <p:pic>
        <p:nvPicPr>
          <p:cNvPr id="14" name="Imagen 13">
            <a:extLst>
              <a:ext uri="{FF2B5EF4-FFF2-40B4-BE49-F238E27FC236}">
                <a16:creationId xmlns:a16="http://schemas.microsoft.com/office/drawing/2014/main" id="{991C8F39-6A1B-877E-F765-6E2DE73C1BF2}"/>
              </a:ext>
            </a:extLst>
          </p:cNvPr>
          <p:cNvPicPr>
            <a:picLocks noChangeAspect="1"/>
          </p:cNvPicPr>
          <p:nvPr/>
        </p:nvPicPr>
        <p:blipFill>
          <a:blip r:embed="rId4"/>
          <a:stretch>
            <a:fillRect/>
          </a:stretch>
        </p:blipFill>
        <p:spPr>
          <a:xfrm>
            <a:off x="123886" y="2790226"/>
            <a:ext cx="2767210" cy="3958037"/>
          </a:xfrm>
          <a:prstGeom prst="rect">
            <a:avLst/>
          </a:prstGeom>
        </p:spPr>
      </p:pic>
    </p:spTree>
    <p:extLst>
      <p:ext uri="{BB962C8B-B14F-4D97-AF65-F5344CB8AC3E}">
        <p14:creationId xmlns:p14="http://schemas.microsoft.com/office/powerpoint/2010/main" val="38931361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5F8A7A2-AABF-72CC-5C06-B74EA990C546}"/>
              </a:ext>
            </a:extLst>
          </p:cNvPr>
          <p:cNvSpPr>
            <a:spLocks noGrp="1"/>
          </p:cNvSpPr>
          <p:nvPr>
            <p:ph type="title"/>
          </p:nvPr>
        </p:nvSpPr>
        <p:spPr>
          <a:xfrm>
            <a:off x="5806827" y="1773756"/>
            <a:ext cx="1385084" cy="631466"/>
          </a:xfrm>
        </p:spPr>
        <p:txBody>
          <a:bodyPr>
            <a:normAutofit fontScale="90000"/>
          </a:bodyPr>
          <a:lstStyle/>
          <a:p>
            <a:r>
              <a:rPr lang="es-MX" dirty="0"/>
              <a:t>grafo</a:t>
            </a:r>
          </a:p>
        </p:txBody>
      </p:sp>
      <p:pic>
        <p:nvPicPr>
          <p:cNvPr id="5" name="Marcador de contenido 4">
            <a:extLst>
              <a:ext uri="{FF2B5EF4-FFF2-40B4-BE49-F238E27FC236}">
                <a16:creationId xmlns:a16="http://schemas.microsoft.com/office/drawing/2014/main" id="{AB11ACC9-A5EA-9962-E0A3-0A00993C3834}"/>
              </a:ext>
            </a:extLst>
          </p:cNvPr>
          <p:cNvPicPr>
            <a:picLocks noGrp="1" noChangeAspect="1"/>
          </p:cNvPicPr>
          <p:nvPr>
            <p:ph idx="1"/>
          </p:nvPr>
        </p:nvPicPr>
        <p:blipFill>
          <a:blip r:embed="rId2"/>
          <a:stretch>
            <a:fillRect/>
          </a:stretch>
        </p:blipFill>
        <p:spPr>
          <a:xfrm>
            <a:off x="2311685" y="299447"/>
            <a:ext cx="2782733" cy="2948619"/>
          </a:xfrm>
        </p:spPr>
      </p:pic>
      <p:pic>
        <p:nvPicPr>
          <p:cNvPr id="7" name="Imagen 6">
            <a:extLst>
              <a:ext uri="{FF2B5EF4-FFF2-40B4-BE49-F238E27FC236}">
                <a16:creationId xmlns:a16="http://schemas.microsoft.com/office/drawing/2014/main" id="{5B17ED1E-7E34-B4EC-F96B-4D31E863AB57}"/>
              </a:ext>
            </a:extLst>
          </p:cNvPr>
          <p:cNvPicPr>
            <a:picLocks noChangeAspect="1"/>
          </p:cNvPicPr>
          <p:nvPr/>
        </p:nvPicPr>
        <p:blipFill>
          <a:blip r:embed="rId3"/>
          <a:stretch>
            <a:fillRect/>
          </a:stretch>
        </p:blipFill>
        <p:spPr>
          <a:xfrm>
            <a:off x="227189" y="226031"/>
            <a:ext cx="2002303" cy="3095452"/>
          </a:xfrm>
          <a:prstGeom prst="rect">
            <a:avLst/>
          </a:prstGeom>
        </p:spPr>
      </p:pic>
      <p:pic>
        <p:nvPicPr>
          <p:cNvPr id="9" name="Imagen 8">
            <a:extLst>
              <a:ext uri="{FF2B5EF4-FFF2-40B4-BE49-F238E27FC236}">
                <a16:creationId xmlns:a16="http://schemas.microsoft.com/office/drawing/2014/main" id="{E83435BA-AB3E-36C4-E678-B69B38493FB8}"/>
              </a:ext>
            </a:extLst>
          </p:cNvPr>
          <p:cNvPicPr>
            <a:picLocks noChangeAspect="1"/>
          </p:cNvPicPr>
          <p:nvPr/>
        </p:nvPicPr>
        <p:blipFill>
          <a:blip r:embed="rId4"/>
          <a:stretch>
            <a:fillRect/>
          </a:stretch>
        </p:blipFill>
        <p:spPr>
          <a:xfrm>
            <a:off x="227189" y="3429000"/>
            <a:ext cx="3411171" cy="3379292"/>
          </a:xfrm>
          <a:prstGeom prst="rect">
            <a:avLst/>
          </a:prstGeom>
        </p:spPr>
      </p:pic>
      <p:sp>
        <p:nvSpPr>
          <p:cNvPr id="10" name="Rectangle 1">
            <a:extLst>
              <a:ext uri="{FF2B5EF4-FFF2-40B4-BE49-F238E27FC236}">
                <a16:creationId xmlns:a16="http://schemas.microsoft.com/office/drawing/2014/main" id="{A4510081-BB04-7AF4-D94E-33F37757D804}"/>
              </a:ext>
            </a:extLst>
          </p:cNvPr>
          <p:cNvSpPr>
            <a:spLocks noChangeArrowheads="1"/>
          </p:cNvSpPr>
          <p:nvPr/>
        </p:nvSpPr>
        <p:spPr bwMode="auto">
          <a:xfrm>
            <a:off x="3811714" y="3609934"/>
            <a:ext cx="5105098" cy="2861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tabLst/>
            </a:pPr>
            <a:r>
              <a:rPr lang="es-MX" altLang="es-MX" dirty="0">
                <a:latin typeface="Bookman Old Style" panose="02050604050505020204" pitchFamily="18" charset="0"/>
              </a:rPr>
              <a:t>Una interfaz para crear y visualizar grafos no dirigidos con vértices y aristas.</a:t>
            </a:r>
            <a:br>
              <a:rPr lang="es-MX" altLang="es-MX" dirty="0">
                <a:latin typeface="Bookman Old Style" panose="02050604050505020204" pitchFamily="18" charset="0"/>
              </a:rPr>
            </a:br>
            <a:r>
              <a:rPr lang="es-MX" altLang="es-MX" dirty="0">
                <a:latin typeface="Bookman Old Style" panose="02050604050505020204" pitchFamily="18" charset="0"/>
              </a:rPr>
              <a:t>Permite al usuario:</a:t>
            </a:r>
          </a:p>
          <a:p>
            <a:pPr marL="0" marR="0" lvl="0" indent="0" algn="l" defTabSz="914400" rtl="0" eaLnBrk="0" fontAlgn="base" latinLnBrk="0" hangingPunct="0">
              <a:lnSpc>
                <a:spcPct val="100000"/>
              </a:lnSpc>
              <a:spcBef>
                <a:spcPct val="0"/>
              </a:spcBef>
              <a:spcAft>
                <a:spcPct val="0"/>
              </a:spcAft>
              <a:buClrTx/>
              <a:buSzTx/>
              <a:buFontTx/>
              <a:buAutoNum type="arabicPeriod"/>
              <a:tabLst/>
            </a:pPr>
            <a:r>
              <a:rPr lang="es-MX" altLang="es-MX" dirty="0">
                <a:latin typeface="Bookman Old Style" panose="02050604050505020204" pitchFamily="18" charset="0"/>
              </a:rPr>
              <a:t>Agregar vértices individualmente.</a:t>
            </a:r>
          </a:p>
          <a:p>
            <a:pPr marL="0" marR="0" lvl="0" indent="0" algn="l" defTabSz="914400" rtl="0" eaLnBrk="0" fontAlgn="base" latinLnBrk="0" hangingPunct="0">
              <a:lnSpc>
                <a:spcPct val="100000"/>
              </a:lnSpc>
              <a:spcBef>
                <a:spcPct val="0"/>
              </a:spcBef>
              <a:spcAft>
                <a:spcPct val="0"/>
              </a:spcAft>
              <a:buClrTx/>
              <a:buSzTx/>
              <a:buFontTx/>
              <a:buAutoNum type="arabicPeriod" startAt="2"/>
              <a:tabLst/>
            </a:pPr>
            <a:r>
              <a:rPr lang="es-MX" altLang="es-MX" dirty="0">
                <a:latin typeface="Bookman Old Style" panose="02050604050505020204" pitchFamily="18" charset="0"/>
              </a:rPr>
              <a:t>Agregar aristas entre dos vértices existentes.</a:t>
            </a:r>
          </a:p>
          <a:p>
            <a:pPr marL="0" marR="0" lvl="0" indent="0" algn="l" defTabSz="914400" rtl="0" eaLnBrk="0" fontAlgn="base" latinLnBrk="0" hangingPunct="0">
              <a:lnSpc>
                <a:spcPct val="100000"/>
              </a:lnSpc>
              <a:spcBef>
                <a:spcPct val="0"/>
              </a:spcBef>
              <a:spcAft>
                <a:spcPct val="0"/>
              </a:spcAft>
              <a:buClrTx/>
              <a:buSzTx/>
              <a:buFontTx/>
              <a:buAutoNum type="arabicPeriod" startAt="3"/>
              <a:tabLst/>
            </a:pPr>
            <a:r>
              <a:rPr lang="es-MX" altLang="es-MX" dirty="0">
                <a:latin typeface="Bookman Old Style" panose="02050604050505020204" pitchFamily="18" charset="0"/>
              </a:rPr>
              <a:t>Mostrar el grafo completo en forma de texto.</a:t>
            </a:r>
          </a:p>
          <a:p>
            <a:pPr marL="0" marR="0" lvl="0" indent="0" algn="l" defTabSz="914400" rtl="0" eaLnBrk="0" fontAlgn="base" latinLnBrk="0" hangingPunct="0">
              <a:lnSpc>
                <a:spcPct val="100000"/>
              </a:lnSpc>
              <a:spcBef>
                <a:spcPct val="0"/>
              </a:spcBef>
              <a:spcAft>
                <a:spcPct val="0"/>
              </a:spcAft>
              <a:buClrTx/>
              <a:buSzTx/>
              <a:buFontTx/>
              <a:buAutoNum type="arabicPeriod" startAt="4"/>
              <a:tabLst/>
            </a:pPr>
            <a:r>
              <a:rPr lang="es-MX" altLang="es-MX" dirty="0">
                <a:latin typeface="Bookman Old Style" panose="02050604050505020204" pitchFamily="18" charset="0"/>
              </a:rPr>
              <a:t>Regresar al menú principal.</a:t>
            </a:r>
          </a:p>
          <a:p>
            <a:pPr marL="0" marR="0" lvl="0" indent="0" algn="l" defTabSz="914400" rtl="0" eaLnBrk="0" fontAlgn="base" latinLnBrk="0" hangingPunct="0">
              <a:lnSpc>
                <a:spcPct val="100000"/>
              </a:lnSpc>
              <a:spcBef>
                <a:spcPct val="0"/>
              </a:spcBef>
              <a:spcAft>
                <a:spcPct val="0"/>
              </a:spcAft>
              <a:buClrTx/>
              <a:buSzTx/>
              <a:tabLst/>
            </a:pPr>
            <a:endParaRPr lang="es-MX" altLang="es-MX" dirty="0">
              <a:latin typeface="Bookman Old Style" panose="02050604050505020204" pitchFamily="18" charset="0"/>
            </a:endParaRPr>
          </a:p>
        </p:txBody>
      </p:sp>
    </p:spTree>
    <p:extLst>
      <p:ext uri="{BB962C8B-B14F-4D97-AF65-F5344CB8AC3E}">
        <p14:creationId xmlns:p14="http://schemas.microsoft.com/office/powerpoint/2010/main" val="8282578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B9168EE-4420-3447-E2E9-373B2A67135E}"/>
              </a:ext>
            </a:extLst>
          </p:cNvPr>
          <p:cNvSpPr>
            <a:spLocks noGrp="1"/>
          </p:cNvSpPr>
          <p:nvPr>
            <p:ph type="title"/>
          </p:nvPr>
        </p:nvSpPr>
        <p:spPr/>
        <p:txBody>
          <a:bodyPr/>
          <a:lstStyle/>
          <a:p>
            <a:r>
              <a:rPr lang="es-MX" dirty="0"/>
              <a:t>Conclusión </a:t>
            </a:r>
          </a:p>
        </p:txBody>
      </p:sp>
      <p:sp>
        <p:nvSpPr>
          <p:cNvPr id="3" name="Marcador de contenido 2">
            <a:extLst>
              <a:ext uri="{FF2B5EF4-FFF2-40B4-BE49-F238E27FC236}">
                <a16:creationId xmlns:a16="http://schemas.microsoft.com/office/drawing/2014/main" id="{A7E324A9-281C-4A5D-4478-353681B0D908}"/>
              </a:ext>
            </a:extLst>
          </p:cNvPr>
          <p:cNvSpPr>
            <a:spLocks noGrp="1"/>
          </p:cNvSpPr>
          <p:nvPr>
            <p:ph idx="1"/>
          </p:nvPr>
        </p:nvSpPr>
        <p:spPr/>
        <p:txBody>
          <a:bodyPr>
            <a:normAutofit/>
          </a:bodyPr>
          <a:lstStyle/>
          <a:p>
            <a:pPr marL="0" indent="0" algn="just">
              <a:buNone/>
            </a:pPr>
            <a:r>
              <a:rPr lang="es-MX" sz="2000" dirty="0">
                <a:latin typeface="Century Gothic" panose="020B0502020202020204" pitchFamily="34" charset="0"/>
              </a:rPr>
              <a:t>A través del desarrollo de los ejercicios realizados, se logró comprender el funcionamiento y la importancia de las estructuras de datos no lineales. La implementación de árboles binarios y grafos permitió analizar cómo se organizan los datos de manera jerárquica y cómo se recorren utilizando diferentes algoritmos.</a:t>
            </a:r>
          </a:p>
          <a:p>
            <a:pPr marL="0" indent="0" algn="just">
              <a:buNone/>
            </a:pPr>
            <a:r>
              <a:rPr lang="es-MX" sz="2000" dirty="0">
                <a:latin typeface="Century Gothic" panose="020B0502020202020204" pitchFamily="34" charset="0"/>
              </a:rPr>
              <a:t>El uso de </a:t>
            </a:r>
            <a:r>
              <a:rPr lang="es-MX" sz="2000" dirty="0" err="1">
                <a:latin typeface="Century Gothic" panose="020B0502020202020204" pitchFamily="34" charset="0"/>
              </a:rPr>
              <a:t>JavaFX</a:t>
            </a:r>
            <a:r>
              <a:rPr lang="es-MX" sz="2000" dirty="0">
                <a:latin typeface="Century Gothic" panose="020B0502020202020204" pitchFamily="34" charset="0"/>
              </a:rPr>
              <a:t> facilitó la interacción con las estructuras, permitiendo ingresar datos, ejecutar recorridos y visualizar resultados de forma clara. Estos ejercicios refuerzan el aprendizaje práctico y demuestran la aplicabilidad de las estructuras no lineales en el desarrollo de software.</a:t>
            </a:r>
          </a:p>
          <a:p>
            <a:pPr marL="0" indent="0" algn="just">
              <a:buNone/>
            </a:pPr>
            <a:endParaRPr lang="es-MX" sz="2000" dirty="0">
              <a:latin typeface="Century Gothic" panose="020B0502020202020204" pitchFamily="34" charset="0"/>
            </a:endParaRPr>
          </a:p>
        </p:txBody>
      </p:sp>
    </p:spTree>
    <p:extLst>
      <p:ext uri="{BB962C8B-B14F-4D97-AF65-F5344CB8AC3E}">
        <p14:creationId xmlns:p14="http://schemas.microsoft.com/office/powerpoint/2010/main" val="3030624336"/>
      </p:ext>
    </p:extLst>
  </p:cSld>
  <p:clrMapOvr>
    <a:masterClrMapping/>
  </p:clrMapOvr>
</p:sld>
</file>

<file path=ppt/theme/theme1.xml><?xml version="1.0" encoding="utf-8"?>
<a:theme xmlns:a="http://schemas.openxmlformats.org/drawingml/2006/main" name="Tema de Office">
  <a:themeElements>
    <a:clrScheme name="Tema de 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Tema de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227</TotalTime>
  <Words>525</Words>
  <Application>Microsoft Office PowerPoint</Application>
  <PresentationFormat>Presentación en pantalla (4:3)</PresentationFormat>
  <Paragraphs>45</Paragraphs>
  <Slides>7</Slides>
  <Notes>0</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7</vt:i4>
      </vt:variant>
    </vt:vector>
  </HeadingPairs>
  <TitlesOfParts>
    <vt:vector size="13" baseType="lpstr">
      <vt:lpstr>Arial</vt:lpstr>
      <vt:lpstr>Bookman Old Style</vt:lpstr>
      <vt:lpstr>Calibri</vt:lpstr>
      <vt:lpstr>Calibri Light</vt:lpstr>
      <vt:lpstr>Century Gothic</vt:lpstr>
      <vt:lpstr>Tema de Office</vt:lpstr>
      <vt:lpstr>Presentación de PowerPoint</vt:lpstr>
      <vt:lpstr>Introducción </vt:lpstr>
      <vt:lpstr>Justificación </vt:lpstr>
      <vt:lpstr>ESTRUCTURAS NO LINEALES </vt:lpstr>
      <vt:lpstr>Árbol binario</vt:lpstr>
      <vt:lpstr>grafo</vt:lpstr>
      <vt:lpstr>Conclusión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HP 840 G5</dc:creator>
  <cp:lastModifiedBy>HP 840 G5</cp:lastModifiedBy>
  <cp:revision>2</cp:revision>
  <dcterms:created xsi:type="dcterms:W3CDTF">2025-12-13T16:04:02Z</dcterms:created>
  <dcterms:modified xsi:type="dcterms:W3CDTF">2025-12-15T00:52:55Z</dcterms:modified>
</cp:coreProperties>
</file>